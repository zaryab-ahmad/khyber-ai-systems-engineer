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7492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365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679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604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4/27/2026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9115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4/27/2026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255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4/27/2026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75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59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4/27/2026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29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615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4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4/27/2026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61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2" name="Rectangle 1031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665D4-AE09-DF75-0EDD-C6FB21FE1C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8" y="984295"/>
            <a:ext cx="4621553" cy="136072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Shape of Data (Beyond the Mean)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06E936C-3BDF-C99F-2BE2-D9B3265C8C4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612648" y="2584058"/>
            <a:ext cx="4732238" cy="34357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Ctr="0" compatLnSpc="1">
            <a:prstTxWarp prst="textNoShape">
              <a:avLst/>
            </a:prstTxWarp>
            <a:normAutofit fontScale="92500"/>
          </a:bodyPr>
          <a:lstStyle/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Moving Beyond Averages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The mean and median only tell part of the story. To truly understand data, we look at its "Physique."</a:t>
            </a:r>
          </a:p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Skewness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Does the data lean to the left or right? (e.g., Income data usually has a "Long Tail" to the right).</a:t>
            </a:r>
          </a:p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Kurtosis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Is the data "Pointy" (heavy outliers) or "Flat" (spread out)?</a:t>
            </a:r>
          </a:p>
          <a:p>
            <a:pPr marL="285750" marR="0" lvl="0" indent="-228600" algn="l" fontAlgn="base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</a:rPr>
              <a:t>Why it matters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</a:rPr>
              <a:t>: Many AI algorithms assume a perfect bell curve. If your data is too skewed, the model will fail.</a:t>
            </a:r>
          </a:p>
        </p:txBody>
      </p:sp>
      <p:pic>
        <p:nvPicPr>
          <p:cNvPr id="1027" name="Picture 3" descr="A Comprehensive Guide to Exploratory Data Analysis ✨ | by 🌬️ Wendy Zhang  🦋 | Medium">
            <a:extLst>
              <a:ext uri="{FF2B5EF4-FFF2-40B4-BE49-F238E27FC236}">
                <a16:creationId xmlns:a16="http://schemas.microsoft.com/office/drawing/2014/main" id="{CD78E43B-65B8-D29F-9275-04D34A322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67854" y="1114923"/>
            <a:ext cx="4884594" cy="4628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209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8" name="Rectangle 2057">
            <a:extLst>
              <a:ext uri="{FF2B5EF4-FFF2-40B4-BE49-F238E27FC236}">
                <a16:creationId xmlns:a16="http://schemas.microsoft.com/office/drawing/2014/main" id="{8207B083-EAC0-A5BB-C369-C9589EC7F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7EB3FA-3DB0-1C3B-105D-D437E2B42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98960"/>
            <a:ext cx="10872216" cy="1020209"/>
          </a:xfrm>
        </p:spPr>
        <p:txBody>
          <a:bodyPr anchor="b">
            <a:normAutofit/>
          </a:bodyPr>
          <a:lstStyle/>
          <a:p>
            <a:r>
              <a:rPr lang="en-US" dirty="0"/>
              <a:t>Correlation – Finding Hidden Connections</a:t>
            </a:r>
          </a:p>
        </p:txBody>
      </p:sp>
      <p:pic>
        <p:nvPicPr>
          <p:cNvPr id="2051" name="Picture 3" descr="What is Correlation Analysis? - GeeksforGeeks">
            <a:extLst>
              <a:ext uri="{FF2B5EF4-FFF2-40B4-BE49-F238E27FC236}">
                <a16:creationId xmlns:a16="http://schemas.microsoft.com/office/drawing/2014/main" id="{6117C284-EDCA-B9D3-0B40-77B9513C23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14678" y="2441274"/>
            <a:ext cx="5173647" cy="32076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ABFF3D63-9DF5-7E2F-B597-A54446B2763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96000" y="2441273"/>
            <a:ext cx="5385816" cy="381794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Definition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mathematical value between -1 and 1 that shows how two variables move together.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Heatmaps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visual grid where colors represent the strength of a relationship.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Positive vs. Negative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Positive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As Education increases, Income tends to increase.</a:t>
            </a:r>
          </a:p>
          <a:p>
            <a:pPr lvl="1"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Negative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As Car Weight increases, Fuel Efficiency decreases.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Warning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Correlation does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not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equal causation!</a:t>
            </a:r>
          </a:p>
        </p:txBody>
      </p:sp>
    </p:spTree>
    <p:extLst>
      <p:ext uri="{BB962C8B-B14F-4D97-AF65-F5344CB8AC3E}">
        <p14:creationId xmlns:p14="http://schemas.microsoft.com/office/powerpoint/2010/main" val="2534795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80" name="Rectangle 3079">
            <a:extLst>
              <a:ext uri="{FF2B5EF4-FFF2-40B4-BE49-F238E27FC236}">
                <a16:creationId xmlns:a16="http://schemas.microsoft.com/office/drawing/2014/main" id="{CBB0869A-0BE5-B3E9-F73D-2F3691E4D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28A119-45E2-0707-AB47-3AB96825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886323"/>
            <a:ext cx="4621553" cy="1360728"/>
          </a:xfrm>
        </p:spPr>
        <p:txBody>
          <a:bodyPr anchor="b">
            <a:normAutofit/>
          </a:bodyPr>
          <a:lstStyle/>
          <a:p>
            <a:r>
              <a:rPr lang="en-US" sz="3300" dirty="0"/>
              <a:t>Bivariate &amp; Multivariate Analysis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793C8AE-36A2-FAC1-D444-210E8DC71C9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2648" y="2584058"/>
            <a:ext cx="4621553" cy="315901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Bivariate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Comparing two variables (e.g., Rainfall vs. Crop Yield). We use Scatter Plots to see the relationship.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Multivariate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Watching 3 or more variables interact simultaneously.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"Hue" Dimension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Adding color to a scatter plot to represent a third category (e.g., Comparing Rainfall vs. Yield, colored by "Province").</a:t>
            </a:r>
          </a:p>
          <a:p>
            <a:pPr eaLnBrk="0" fontAlgn="base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Pair Plots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: A "Grand Tour" of the dataset where every variable is plotted against every other variable.</a:t>
            </a:r>
          </a:p>
        </p:txBody>
      </p:sp>
      <p:pic>
        <p:nvPicPr>
          <p:cNvPr id="3075" name="Picture 3" descr="Univariate, Bivariate, And Multi-Variate Analysis: Ultimate Guide">
            <a:extLst>
              <a:ext uri="{FF2B5EF4-FFF2-40B4-BE49-F238E27FC236}">
                <a16:creationId xmlns:a16="http://schemas.microsoft.com/office/drawing/2014/main" id="{979A5E8C-DA69-A0A8-A0C2-566E7FFBE0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744421" y="1114923"/>
            <a:ext cx="5731459" cy="4628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4147569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276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Neue Haas Grotesk Text Pro</vt:lpstr>
      <vt:lpstr>VanillaVTI</vt:lpstr>
      <vt:lpstr>The Shape of Data (Beyond the Mean)</vt:lpstr>
      <vt:lpstr>Correlation – Finding Hidden Connections</vt:lpstr>
      <vt:lpstr>Bivariate &amp; Multivariate Analysis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zaryab ahmad khan</dc:creator>
  <cp:lastModifiedBy>zaryab ahmad khan</cp:lastModifiedBy>
  <cp:revision>5</cp:revision>
  <dcterms:created xsi:type="dcterms:W3CDTF">2026-04-27T11:33:31Z</dcterms:created>
  <dcterms:modified xsi:type="dcterms:W3CDTF">2026-04-27T12:02:07Z</dcterms:modified>
</cp:coreProperties>
</file>