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7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3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2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2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3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41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7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7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1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5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42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6AB33-B06F-6E66-F1D1-E99749E77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586239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Algorithmic Bias – The Hidden Danger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82CE89-E459-DC06-F1E5-C34B28A89A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2648" y="2212848"/>
            <a:ext cx="6321552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What is Bias?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When a model produces systematically prejudiced results against certain groups of people.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The Source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Bias usually enters through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Training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. If your historical data contains human prejudice (e.g., historical loan denials for certain districts), the AI will learn and amplify that prejudice.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Types of Bias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</a:t>
            </a:r>
          </a:p>
          <a:p>
            <a:pPr marL="742950" lvl="1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Selection Bias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The data doesn't represent the whole population.</a:t>
            </a:r>
          </a:p>
          <a:p>
            <a:pPr marL="742950" lvl="1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Label Bias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The "Success" metric is flawed.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The Goal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Fairness. A data scientist must audit their data to ensure it doesn't discriminate based on gender, race, or geography.</a:t>
            </a:r>
          </a:p>
        </p:txBody>
      </p:sp>
      <p:pic>
        <p:nvPicPr>
          <p:cNvPr id="1027" name="Picture 3" descr="Algorithmic bias - Wikipedia">
            <a:extLst>
              <a:ext uri="{FF2B5EF4-FFF2-40B4-BE49-F238E27FC236}">
                <a16:creationId xmlns:a16="http://schemas.microsoft.com/office/drawing/2014/main" id="{9F4A0311-61E5-8078-34DF-85D2C9874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1410" y="433384"/>
            <a:ext cx="3521476" cy="601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42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82C83-6242-CD52-6B65-9DD45D18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Data Privacy &amp; Anonymization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0EE2B0-4BA1-916B-8B3D-90CC88BFC5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212848"/>
            <a:ext cx="6201809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Responsibility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Handling personal information (PII) like names, addresses, or medical IDs requires extreme care.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GDPR Standards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global benchmark for data protection. It grants users the "Right to be Forgotten."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Anonymization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Masking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Replacing sensitive data with characters (e.g.,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zaryab@email.com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z****@email.com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Pseudonymization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Replacing names with unique IDs.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Aggregation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Showing "Average Salary per District" instead of individual salaries.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13197F-3607-03F9-68A0-EC218F7D4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395" y="1769555"/>
            <a:ext cx="4681506" cy="334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52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EFB73-81B9-BB2B-B056-75004572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The "Final Pitch" – Speaking to the Board</a:t>
            </a:r>
          </a:p>
        </p:txBody>
      </p:sp>
      <p:pic>
        <p:nvPicPr>
          <p:cNvPr id="6" name="Picture 5" descr="Person holding a puzzle piece">
            <a:extLst>
              <a:ext uri="{FF2B5EF4-FFF2-40B4-BE49-F238E27FC236}">
                <a16:creationId xmlns:a16="http://schemas.microsoft.com/office/drawing/2014/main" id="{44344011-66B0-CBD7-9C6F-C8CA9D6CA4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08" r="25583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1143EB9-C1FC-59C5-8CC6-3E60BC47E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8533" y="2214282"/>
            <a:ext cx="5916169" cy="40950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Language Gap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CEOs and Managers care about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Value, Risk, and Cost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not P-values or Hyperparameters.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Structure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Hook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What problem did we solve?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Evidence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Show the most impactful visualization (The "Hero Chart").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Recommendation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What should the company do tomorrow?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Simplicity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If you can't explain your model to someone who doesn't know Python, you don't understand your model well enough.</a:t>
            </a:r>
          </a:p>
        </p:txBody>
      </p:sp>
    </p:spTree>
    <p:extLst>
      <p:ext uri="{BB962C8B-B14F-4D97-AF65-F5344CB8AC3E}">
        <p14:creationId xmlns:p14="http://schemas.microsoft.com/office/powerpoint/2010/main" val="7294868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298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Unicode MS</vt:lpstr>
      <vt:lpstr>Neue Haas Grotesk Text Pro</vt:lpstr>
      <vt:lpstr>VanillaVTI</vt:lpstr>
      <vt:lpstr>Algorithmic Bias – The Hidden Danger</vt:lpstr>
      <vt:lpstr>Data Privacy &amp; Anonymization</vt:lpstr>
      <vt:lpstr>The "Final Pitch" – Speaking to the 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2026-04-28T09:32:28Z</dcterms:created>
  <dcterms:modified xsi:type="dcterms:W3CDTF">2026-04-28T09:41:58Z</dcterms:modified>
</cp:coreProperties>
</file>