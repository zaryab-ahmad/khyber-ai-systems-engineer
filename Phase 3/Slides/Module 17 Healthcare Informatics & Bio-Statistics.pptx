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13859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03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884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59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66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4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81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560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429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99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629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27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CA2EAD-E7C7-4F64-924A-52D34FD75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AA3EE-4F8F-26AC-781E-F3435C314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5975" y="1080000"/>
            <a:ext cx="6307200" cy="2185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Public Health Surveillance &amp; Outbreak Tracking</a:t>
            </a:r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1F864F-BEC5-F2EA-60E6-5602AA8CCB5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875975" y="3265200"/>
            <a:ext cx="6307200" cy="25133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Goal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Shifting from reactive to proactive healthcare. By analyzing daily admission records, we can identify "spikes" in specific symptoms before they become full-blown epidemics.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KPK Context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Focusing on seasonal endemic patterns like Dengue during the monsoon or Malaria in warmer months.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Spatial Tracking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Identifying clusters in specific union councils or districts to target vaccination and fumigation efforts effectively.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553C9E-A9B0-98B7-D24F-5F693A691F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888" r="21857" b="2"/>
          <a:stretch>
            <a:fillRect/>
          </a:stretch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9575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31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79C8A1-C4E4-4DE9-934E-91221AC99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368E3-9C90-E8BA-BE10-CE59CD87D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987" y="395288"/>
            <a:ext cx="6317998" cy="1120439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dirty="0"/>
              <a:t>Medical Imaging Pipelines (The DICOM Standard)</a:t>
            </a:r>
            <a:endParaRPr lang="en-US"/>
          </a:p>
        </p:txBody>
      </p:sp>
      <p:pic>
        <p:nvPicPr>
          <p:cNvPr id="6" name="Picture 5" descr="Blue blocks and networks technology background">
            <a:extLst>
              <a:ext uri="{FF2B5EF4-FFF2-40B4-BE49-F238E27FC236}">
                <a16:creationId xmlns:a16="http://schemas.microsoft.com/office/drawing/2014/main" id="{2559FFCE-E495-9A59-41EF-7FAC93775D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98" r="49609" b="-446"/>
          <a:stretch>
            <a:fillRect/>
          </a:stretch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C7ED5D-77C4-4564-8B1A-E55609CF4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7986" y="1964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0278DA0D-0DD2-66FF-18E0-660A2609CE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68986" y="2413468"/>
            <a:ext cx="6318000" cy="33650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/>
          </a:bodyPr>
          <a:lstStyle/>
          <a:p>
            <a:pPr eaLnBrk="0" fontAlgn="base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What is DICOM?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Digital Imaging and Communications in Medicine. It is the universal format for MRI, CT, and X-ray data.</a:t>
            </a:r>
          </a:p>
          <a:p>
            <a:pPr eaLnBrk="0" fontAlgn="base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Architecture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 DICOM file is more than an image; it contains a "header" with patient metadata (protected by privacy protocols) and a "pixel array" containing high-depth anatomical data.</a:t>
            </a:r>
          </a:p>
          <a:p>
            <a:pPr eaLnBrk="0" fontAlgn="base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Processing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Using Python to extract specific "slices," normalize pixel intensities, and prepare the data for advanced segmentation models.</a:t>
            </a:r>
          </a:p>
        </p:txBody>
      </p:sp>
    </p:spTree>
    <p:extLst>
      <p:ext uri="{BB962C8B-B14F-4D97-AF65-F5344CB8AC3E}">
        <p14:creationId xmlns:p14="http://schemas.microsoft.com/office/powerpoint/2010/main" val="3898149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79C8A1-C4E4-4DE9-934E-91221AC99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E4410-B45A-930D-93C1-AFCCF16FA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987" y="395288"/>
            <a:ext cx="6317998" cy="1120439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dirty="0"/>
              <a:t>Patient Flow &amp; Hospital Optimization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E2AA32-70DF-1163-F28E-72FC589C14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9" r="51359"/>
          <a:stretch>
            <a:fillRect/>
          </a:stretch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C7ED5D-77C4-4564-8B1A-E55609CF4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7986" y="1964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2C3A5-4A97-F55C-0C1D-8315404DD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8986" y="1911015"/>
            <a:ext cx="6318000" cy="3867485"/>
          </a:xfrm>
        </p:spPr>
        <p:txBody>
          <a:bodyPr>
            <a:normAutofit fontScale="92500"/>
          </a:bodyPr>
          <a:lstStyle/>
          <a:p>
            <a:pPr>
              <a:lnSpc>
                <a:spcPct val="140000"/>
              </a:lnSpc>
            </a:pPr>
            <a:r>
              <a:rPr lang="en-US" sz="1800" dirty="0"/>
              <a:t>The Bottleneck Problem: Large centers like Lady Reading Hospital (LRH) handle thousands of patients daily. Bottlenecks in triage or diagnostic testing can lead to dangerous delays.</a:t>
            </a:r>
          </a:p>
          <a:p>
            <a:pPr>
              <a:lnSpc>
                <a:spcPct val="140000"/>
              </a:lnSpc>
            </a:pPr>
            <a:r>
              <a:rPr lang="en-US" sz="1800" dirty="0"/>
              <a:t>Queueing Theory: Using data to model patient arrival rates (lambda) and service rates (mu) to calculate the optimal number of staff required at any given hour</a:t>
            </a:r>
          </a:p>
          <a:p>
            <a:pPr>
              <a:lnSpc>
                <a:spcPct val="140000"/>
              </a:lnSpc>
            </a:pPr>
            <a:r>
              <a:rPr lang="en-US" sz="1800" dirty="0"/>
              <a:t>.Outcome: Reducing the "Wait-to-Treatment" ratio to improve patient satisfaction and clinical outcomes.</a:t>
            </a:r>
          </a:p>
        </p:txBody>
      </p:sp>
    </p:spTree>
    <p:extLst>
      <p:ext uri="{BB962C8B-B14F-4D97-AF65-F5344CB8AC3E}">
        <p14:creationId xmlns:p14="http://schemas.microsoft.com/office/powerpoint/2010/main" val="2574272203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253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Avenir Next LT Pro</vt:lpstr>
      <vt:lpstr>Goudy Old Style</vt:lpstr>
      <vt:lpstr>Wingdings</vt:lpstr>
      <vt:lpstr>FrostyVTI</vt:lpstr>
      <vt:lpstr>Public Health Surveillance &amp; Outbreak Tracking</vt:lpstr>
      <vt:lpstr>Medical Imaging Pipelines (The DICOM Standard)</vt:lpstr>
      <vt:lpstr>Patient Flow &amp; Hospital Optimization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2</cp:revision>
  <dcterms:created xsi:type="dcterms:W3CDTF">2026-04-28T10:36:42Z</dcterms:created>
  <dcterms:modified xsi:type="dcterms:W3CDTF">2026-04-28T10:39:29Z</dcterms:modified>
</cp:coreProperties>
</file>