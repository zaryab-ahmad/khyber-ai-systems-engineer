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0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38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39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4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6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49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50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38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37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3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2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1031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53157-EB1F-772E-49FC-D8F3444E5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4475335" cy="2579391"/>
          </a:xfrm>
        </p:spPr>
        <p:txBody>
          <a:bodyPr anchor="t">
            <a:normAutofit/>
          </a:bodyPr>
          <a:lstStyle/>
          <a:p>
            <a:r>
              <a:rPr lang="en-US" sz="4800" dirty="0"/>
              <a:t>Custom Logic with .apply() and .map()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7277E8-4586-AA11-B7CA-8FBE31E4ED1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1208" y="3429001"/>
            <a:ext cx="4475335" cy="26321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Power of Customization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When built-in Pandas functions aren't enough, we write our own.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.map()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Used for element-wise transformations on a Series (e.g., changing 'M' to 'Male').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.apply()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The "Swiss Army Knife." It can run a function across an entire row or column, allowing for complex logic that depends on multiple variables simultaneously.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34" name="Freeform: Shape 1033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7" name="Picture 3" descr="Day 25 — Pandas Day 6: Mastering Apply, Lambda, and Custom Functions Like a  Pro ⚙️ | by Ratnesh | Medium">
            <a:extLst>
              <a:ext uri="{FF2B5EF4-FFF2-40B4-BE49-F238E27FC236}">
                <a16:creationId xmlns:a16="http://schemas.microsoft.com/office/drawing/2014/main" id="{297B9111-5C94-F118-C9F5-BE8DA2D39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33541" y="1126852"/>
            <a:ext cx="5649443" cy="460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065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42B29-06BE-BA66-C4F9-D77DD9A28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Window Functions (Rolling Statistics)</a:t>
            </a:r>
          </a:p>
        </p:txBody>
      </p:sp>
      <p:sp>
        <p:nvSpPr>
          <p:cNvPr id="2058" name="Freeform: Shape 2057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1" name="Picture 3" descr="How to Calculate a Rolling Mean in Pandas">
            <a:extLst>
              <a:ext uri="{FF2B5EF4-FFF2-40B4-BE49-F238E27FC236}">
                <a16:creationId xmlns:a16="http://schemas.microsoft.com/office/drawing/2014/main" id="{D87217D5-19C0-7990-A67C-3D88C6B70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2418520"/>
            <a:ext cx="5639091" cy="383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F2B6716-F795-A0DC-935B-DFC0B197E0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Analyzing Trends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In real-world data (like stock prices or weather), single data points are often "noisy."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Rolling Windows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Calculating metrics over a moving subset of data (e.g., a 7-day average).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Goal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Smoothing out short-term fluctuations to see the long-term trend or "signal" in the data.</a:t>
            </a:r>
          </a:p>
        </p:txBody>
      </p:sp>
    </p:spTree>
    <p:extLst>
      <p:ext uri="{BB962C8B-B14F-4D97-AF65-F5344CB8AC3E}">
        <p14:creationId xmlns:p14="http://schemas.microsoft.com/office/powerpoint/2010/main" val="273466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83AC883F-69DD-D349-B469-8CDE2139F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B73BF-E6A4-8577-787C-E6680ECB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2121408"/>
          </a:xfrm>
        </p:spPr>
        <p:txBody>
          <a:bodyPr>
            <a:normAutofit/>
          </a:bodyPr>
          <a:lstStyle/>
          <a:p>
            <a:r>
              <a:rPr lang="en-US" sz="4000" dirty="0"/>
              <a:t>Reshaping Data: Pivoting &amp; Melting</a:t>
            </a:r>
          </a:p>
        </p:txBody>
      </p:sp>
      <p:sp>
        <p:nvSpPr>
          <p:cNvPr id="3086" name="Rectangle 3085">
            <a:extLst>
              <a:ext uri="{FF2B5EF4-FFF2-40B4-BE49-F238E27FC236}">
                <a16:creationId xmlns:a16="http://schemas.microsoft.com/office/drawing/2014/main" id="{5B0749EA-BE79-9EB1-B769-385489D4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03336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4" name="Rectangle 3083">
            <a:extLst>
              <a:ext uri="{FF2B5EF4-FFF2-40B4-BE49-F238E27FC236}">
                <a16:creationId xmlns:a16="http://schemas.microsoft.com/office/drawing/2014/main" id="{1E5913DE-5FC3-6E84-57B7-19B2096A5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76630" y="612648"/>
            <a:ext cx="659282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5" name="Picture 3" descr="How Pandas Melt and Pivot Transformed ...">
            <a:extLst>
              <a:ext uri="{FF2B5EF4-FFF2-40B4-BE49-F238E27FC236}">
                <a16:creationId xmlns:a16="http://schemas.microsoft.com/office/drawing/2014/main" id="{442D063B-C5FF-3E9E-9305-8EA60257D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9" y="3662555"/>
            <a:ext cx="4032504" cy="2683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703712B-2794-F3BE-EFE5-E41BA7E9C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74920" y="1033272"/>
            <a:ext cx="6592824" cy="53126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Wide vs. Long Format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Wide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Easy for humans to read (e.g., a column for every month).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Necessary for computer analysis and visualization (e.g., one 'Date' column and one 'Value' column).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Pivoting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Turning "Long" data into "Wide" (Summarizing).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Melting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Turning "Wide" data into "Long" (Un-pivoting for analysis).</a:t>
            </a:r>
          </a:p>
        </p:txBody>
      </p:sp>
    </p:spTree>
    <p:extLst>
      <p:ext uri="{BB962C8B-B14F-4D97-AF65-F5344CB8AC3E}">
        <p14:creationId xmlns:p14="http://schemas.microsoft.com/office/powerpoint/2010/main" val="106789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950D5-F55C-A949-802F-6AB85C9A9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78587" cy="18518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Method Chaining (The Professional Standard)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4106" name="Rectangle 4105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8" name="Rectangle 4107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099" name="Picture 3" descr="Write Pandas Like a Pro With Method Chaining Pipelines | Towards Data  Science">
            <a:extLst>
              <a:ext uri="{FF2B5EF4-FFF2-40B4-BE49-F238E27FC236}">
                <a16:creationId xmlns:a16="http://schemas.microsoft.com/office/drawing/2014/main" id="{7B9A9FD1-9E46-D1EC-D928-FC76CBACE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922353"/>
            <a:ext cx="6281928" cy="342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0EFA5E9-2C94-38C1-3B71-4BA9A89068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7224" y="1088136"/>
            <a:ext cx="4160520" cy="5257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Code Quality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Avoid creating "Intermediate Variables" (like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df1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df2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df3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) that clutter your computer's memory.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Pipeline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Linking operations together in a single, readable block of code.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Readability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Makes the data transformation steps look like a clear recipe that anyone on your team can follow.</a:t>
            </a:r>
          </a:p>
        </p:txBody>
      </p:sp>
    </p:spTree>
    <p:extLst>
      <p:ext uri="{BB962C8B-B14F-4D97-AF65-F5344CB8AC3E}">
        <p14:creationId xmlns:p14="http://schemas.microsoft.com/office/powerpoint/2010/main" val="175906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296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Arial Unicode MS</vt:lpstr>
      <vt:lpstr>Bierstadt</vt:lpstr>
      <vt:lpstr>GestaltVTI</vt:lpstr>
      <vt:lpstr>Custom Logic with .apply() and .map()</vt:lpstr>
      <vt:lpstr>Window Functions (Rolling Statistics)</vt:lpstr>
      <vt:lpstr>Reshaping Data: Pivoting &amp; Melting</vt:lpstr>
      <vt:lpstr>Method Chaining (The Professional Standard)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2026-04-27T10:31:49Z</dcterms:created>
  <dcterms:modified xsi:type="dcterms:W3CDTF">2026-04-27T10:50:26Z</dcterms:modified>
</cp:coreProperties>
</file>