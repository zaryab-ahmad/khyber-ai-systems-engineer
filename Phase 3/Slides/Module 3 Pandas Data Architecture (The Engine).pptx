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9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40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63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97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22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57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3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65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28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49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12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6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99061-C9DD-ABD5-76AB-D222E792A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1135820"/>
            <a:ext cx="4391589" cy="1855123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The Anatomy of Pandas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87D8A9-B9AD-881C-4C8C-DA363012E2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868" y="4489264"/>
            <a:ext cx="10542018" cy="149037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Series (1D):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Think of this as a single column in an Excel sheet. It is an array of data with an associated label called an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index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DataFrames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(2D):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primary tool for data analysis. It is a collection of Series sharing the same index. It represents the standard "Table" format used in almost every industry.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Power of Labels: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Unlike NumPy, where you must remember index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[0, 1]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, Pandas allows you to access data by names like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'Price'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'Date'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What is pandas in python | Board Infinity">
            <a:extLst>
              <a:ext uri="{FF2B5EF4-FFF2-40B4-BE49-F238E27FC236}">
                <a16:creationId xmlns:a16="http://schemas.microsoft.com/office/drawing/2014/main" id="{C8FD7456-321F-CE8C-28FC-5EEB7755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26136" y="798672"/>
            <a:ext cx="5810538" cy="3268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" name="Freeform: Shape 1033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46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BB1EE-B786-4F24-B190-523C524B6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r>
              <a:rPr lang="en-US" sz="4100"/>
              <a:t>Multi-Indexing (Hierarchical Data)</a:t>
            </a:r>
          </a:p>
        </p:txBody>
      </p:sp>
      <p:sp>
        <p:nvSpPr>
          <p:cNvPr id="2058" name="Rectangle 2057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F4439E-65EB-30FE-ADB8-0BD0F47322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578608"/>
            <a:ext cx="4672584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Beyond 2D: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What if your data has layers? (e.g., Data for multiple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Cities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collected over multiple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Years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across different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Months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Organization: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Multi-indexing allows you to store and query high-dimensional data in a 2D table format.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Regional Use Case: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This is essential for "Regional Analytics," such as comparing agricultural yields across different districts in KPK over a 10-year span.</a:t>
            </a:r>
          </a:p>
        </p:txBody>
      </p:sp>
      <p:pic>
        <p:nvPicPr>
          <p:cNvPr id="2051" name="Picture 3" descr="Pandas MultiIndex (With Examples)">
            <a:extLst>
              <a:ext uri="{FF2B5EF4-FFF2-40B4-BE49-F238E27FC236}">
                <a16:creationId xmlns:a16="http://schemas.microsoft.com/office/drawing/2014/main" id="{7D0DEE93-7343-5430-6571-87E8C8D25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2" r="-2" b="2822"/>
          <a:stretch>
            <a:fillRect/>
          </a:stretch>
        </p:blipFill>
        <p:spPr bwMode="auto">
          <a:xfrm>
            <a:off x="5958018" y="508090"/>
            <a:ext cx="5709726" cy="584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4300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58625-482E-5456-2B2B-0CAA07984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Categorical Data: The Invisible Speed Boost</a:t>
            </a:r>
            <a:endParaRPr lang="en-US"/>
          </a:p>
        </p:txBody>
      </p:sp>
      <p:sp>
        <p:nvSpPr>
          <p:cNvPr id="3082" name="Rectangle 308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4" name="Rectangle 308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3075" name="Picture 3" descr="How to Use Pandas Categorical Data for Better Data Labelling | by Pawel  Jastrzebski | Medium">
            <a:extLst>
              <a:ext uri="{FF2B5EF4-FFF2-40B4-BE49-F238E27FC236}">
                <a16:creationId xmlns:a16="http://schemas.microsoft.com/office/drawing/2014/main" id="{72693F7F-AA40-FDD7-E809-09905F1F1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830285"/>
            <a:ext cx="5739947" cy="3515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24D6279-3F65-9B7E-2E88-668EDC9DA7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5681" y="1088136"/>
            <a:ext cx="4892063" cy="49381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Storing the word "Peshawar" 1 million times as a string is a waste of memory.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category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data type stores the unique string once and uses small integers to represent the repetitions.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Impact: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This can reduce file sizes by up to 90% and speed up grouping operations significantly.</a:t>
            </a:r>
          </a:p>
        </p:txBody>
      </p:sp>
    </p:spTree>
    <p:extLst>
      <p:ext uri="{BB962C8B-B14F-4D97-AF65-F5344CB8AC3E}">
        <p14:creationId xmlns:p14="http://schemas.microsoft.com/office/powerpoint/2010/main" val="1623929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A28C3-5FE4-32CE-47F5-1DB5F9D48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US" sz="4100"/>
              <a:t>Memory Optimization &amp; Scaling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C95BCD-CD16-B2D3-BCA9-A5C6B47A1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7" y="1374922"/>
            <a:ext cx="4959823" cy="4104255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4B2138-5B73-5565-A139-64C87D3B73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53912" y="2578608"/>
            <a:ext cx="551383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Laptop Limit: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Standard laptops crash when a dataset exceeds available RAM.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Downcasting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Converting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float64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to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float32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or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int64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to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int16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Efficient Loading: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Only loading the columns you need. We teach these techniques so you can process millions of rows on standard hardware.</a:t>
            </a:r>
          </a:p>
        </p:txBody>
      </p:sp>
    </p:spTree>
    <p:extLst>
      <p:ext uri="{BB962C8B-B14F-4D97-AF65-F5344CB8AC3E}">
        <p14:creationId xmlns:p14="http://schemas.microsoft.com/office/powerpoint/2010/main" val="297981866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302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Arial Unicode MS</vt:lpstr>
      <vt:lpstr>Bierstadt</vt:lpstr>
      <vt:lpstr>GestaltVTI</vt:lpstr>
      <vt:lpstr>The Anatomy of Pandas</vt:lpstr>
      <vt:lpstr>Multi-Indexing (Hierarchical Data)</vt:lpstr>
      <vt:lpstr>Categorical Data: The Invisible Speed Boost</vt:lpstr>
      <vt:lpstr>Memory Optimization &amp; Scaling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2026-04-27T10:17:12Z</dcterms:created>
  <dcterms:modified xsi:type="dcterms:W3CDTF">2026-04-27T10:26:00Z</dcterms:modified>
</cp:coreProperties>
</file>