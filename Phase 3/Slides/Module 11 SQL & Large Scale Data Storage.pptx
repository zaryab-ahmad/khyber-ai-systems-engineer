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84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488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834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002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348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99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721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119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91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5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156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64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138E28-BB65-B07D-2AE0-9F58F9E291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03504"/>
            <a:ext cx="586239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Database Bridge (SQLAlchemy &amp; ORMs)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3AC7159-1DF4-B833-CC70-471F581A2A4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12648" y="2212848"/>
            <a:ext cx="5862396" cy="40965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</a:rPr>
              <a:t>The Problem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: Writing raw SQL strings in Python (e.g., "SELECT * FROM crops WHERE yield &gt; 100") is prone to errors, hard to debug, and vulnerable to security risks like SQL injection.</a:t>
            </a:r>
          </a:p>
          <a:p>
            <a:pPr marL="28575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</a:rPr>
              <a:t>The Solution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: </a:t>
            </a: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</a:rPr>
              <a:t>Object-Relational Mapping (ORM)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.</a:t>
            </a:r>
          </a:p>
          <a:p>
            <a:pPr marL="28575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</a:rPr>
              <a:t>Concept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: An ORM like SQLAlchemy maps database tables to Python </a:t>
            </a: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</a:rPr>
              <a:t>Classes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. Instead of writing SQL, you interact with standard Python objects.</a:t>
            </a:r>
          </a:p>
          <a:p>
            <a:pPr marL="28575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</a:rPr>
              <a:t>Benefit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</a:rPr>
              <a:t>: Your code becomes "Database Agnostic"—you can switch from SQLite to PostgreSQL or MySQL without changing your core logic.</a:t>
            </a:r>
          </a:p>
        </p:txBody>
      </p:sp>
      <p:pic>
        <p:nvPicPr>
          <p:cNvPr id="1027" name="Picture 3" descr="Getting Started with SQLAlchemy | by Shelvi Garg | Geek Culture | Medium">
            <a:extLst>
              <a:ext uri="{FF2B5EF4-FFF2-40B4-BE49-F238E27FC236}">
                <a16:creationId xmlns:a16="http://schemas.microsoft.com/office/drawing/2014/main" id="{F7BA48AA-6098-4342-70B3-9F158CFB2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91395" y="2506892"/>
            <a:ext cx="4681506" cy="1872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0255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AEDE2B-764E-8DB5-A448-A5CE99DEC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The Lifecycle of Data (CRUD Operations)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48256B-21BC-0931-6B6D-84DE9E7A68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8" y="2212848"/>
            <a:ext cx="5862396" cy="40965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Definition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CRUD represents the four essential functions of any persistent storage system:</a:t>
            </a: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Create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Adding new data (e.g., registering a new farm in the database). </a:t>
            </a: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Read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Retrieving information (e.g., querying last year's rainfall stats). </a:t>
            </a: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Update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Modifying existing records (e.g., updating a patient's health status). </a:t>
            </a: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Delete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Removing records (e.g., clearing temporary test data). 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Workflow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We use a "Session" to manage these transactions, ensuring that either the whole operation succeeds or none of it does (Atomicity).</a:t>
            </a:r>
          </a:p>
        </p:txBody>
      </p:sp>
      <p:pic>
        <p:nvPicPr>
          <p:cNvPr id="2051" name="Picture 3" descr="What They Don't Tell About CRUD Operations in ASP.NET MVC!">
            <a:extLst>
              <a:ext uri="{FF2B5EF4-FFF2-40B4-BE49-F238E27FC236}">
                <a16:creationId xmlns:a16="http://schemas.microsoft.com/office/drawing/2014/main" id="{02B1FF89-60AF-660A-8FB8-C10AAAE21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91395" y="1535479"/>
            <a:ext cx="4681506" cy="3815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913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8CB865-E6D7-DE22-D92F-715CC698D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NoSQL – Handling the Unstructured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F90101-CC85-F4DE-ABDA-BDC3F1A4DD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8" y="2212848"/>
            <a:ext cx="5862396" cy="40965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Beyond Tables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SQL is "Relational" and uses strict schemas.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NoSQL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(Not Only SQL) is designed for data that doesn't fit neatly into rows and columns.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Document Stores (MongoDB)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Instead of tables, data is stored in JSON-like documents.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Use Case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Perfect for social media feeds, sensor logs with varying fields, or real-time application data where the structure changes frequently. </a:t>
            </a:r>
          </a:p>
        </p:txBody>
      </p:sp>
      <p:pic>
        <p:nvPicPr>
          <p:cNvPr id="3075" name="Picture 3" descr="An Overview of NoSQL Database Tutorial | Updated 2026">
            <a:extLst>
              <a:ext uri="{FF2B5EF4-FFF2-40B4-BE49-F238E27FC236}">
                <a16:creationId xmlns:a16="http://schemas.microsoft.com/office/drawing/2014/main" id="{70695814-7828-7E40-6922-7A82CA9CF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91395" y="1479205"/>
            <a:ext cx="4681506" cy="392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56350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298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Neue Haas Grotesk Text Pro</vt:lpstr>
      <vt:lpstr>VanillaVTI</vt:lpstr>
      <vt:lpstr>The Database Bridge (SQLAlchemy &amp; ORMs)</vt:lpstr>
      <vt:lpstr>The Lifecycle of Data (CRUD Operations)</vt:lpstr>
      <vt:lpstr>NoSQL – Handling the Unstructured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5</cp:revision>
  <dcterms:created xsi:type="dcterms:W3CDTF">2026-04-28T07:46:59Z</dcterms:created>
  <dcterms:modified xsi:type="dcterms:W3CDTF">2026-04-28T07:51:50Z</dcterms:modified>
</cp:coreProperties>
</file>