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51B7-B60C-A81E-B352-FC055E78D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736A9-F8FB-306D-E39F-EFA8833C3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CD883-596F-3323-FFC5-461977CD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2C12-6A47-7772-3937-42B46810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64EA2-B191-30F1-8179-68512572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0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262F-5FAB-DDAF-8416-F2434F77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F9CA2-E279-2625-C10B-F46F1C94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67A8C-D9FE-534F-C982-CE5EE886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B7583-FF80-5105-83A8-1A7A9C54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E7713-A3C6-0E83-1AB8-07EC5B13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0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014E-C943-43C5-13CA-50AA1662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036A4-881E-7032-4DC0-7D570437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F36CA-4420-7B5F-AE8A-10245488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6F526-9B8C-5A6B-9AF2-D3A5781D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4CD29-DDBA-7D9C-AE12-5C79D5C1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6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B73E-AA09-BAF6-9D3B-39963DD9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E9A3-04D6-2804-2FBC-D1A11DED6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3BFE3-B6E7-CFE1-903A-BF84CD7C4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1077F-2273-0348-9B41-1D31DAED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373AF-498C-A818-9EA4-85B174568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27FCE-6F0E-A041-88E8-39ECF24A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4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24B2-FD98-E3FC-B315-44376DE3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EBB95-FD10-BBFB-AFA2-4BF968109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26968-C379-9CC5-C070-582AA92A7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D1525-B31E-2450-E7AE-A0FEC02D9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EE071-90FD-3F3F-CEC1-C23A1F434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659CF-9163-658C-B54B-C1E2ADD4F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C9A3D-0ECE-A2FF-4002-CF79368E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B6C71-6AE2-4CA5-8533-1ED721FC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6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8DA5-7554-1EC8-8DC9-1D38CE39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26FD3-6C1E-8F69-9F57-DF713933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FD084-07C5-8A16-AF37-A9AD48D2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14831-F181-78B3-3262-B965F001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1624B-6C8D-542D-DE20-C5FFD7DB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F9B52-AD66-7015-D82D-64A95BB7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6173B-3356-2B93-E388-87038D0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8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1963-5E0A-3B95-4031-312C3A22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6031D-CAD5-72A3-8973-EE0E9CBAD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9B40B-AB23-144D-5AB5-CA03BECFD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F8125-EA14-238C-88A4-F16C2FA4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CB477-7698-896B-9E40-623FCC9D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5E736-0B72-9CA7-3F63-49769B98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BD3F-853E-3959-160F-6DC45D9D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9DC6DA-69DE-A507-3B4E-5C947F7EA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1209C-5322-B179-EE02-B3EBF7CC7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52653-EA6D-86F1-B297-DA4E639F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C237F-44C1-BFC2-A6E1-E3E13CB6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A2190-3B90-94FE-8AAA-1FC24DB4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1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1972-2AD0-B94A-646C-B2F9A40F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89B30-4E3E-D013-A927-9F489C93B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F4A74-0B6F-698A-3733-B999DDF7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6BF1A-3FE3-B530-C844-05DF55E9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176EB-0413-08FA-C55C-57488DC1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2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DFC43-74F3-8078-5FC8-04D5EF976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30ED2-2CD6-116F-1509-BBB1E0DB3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51D7-6068-F0D9-37F0-699639B1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C6FEC-B89B-F810-9D43-A6C75799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5F232-E333-13B8-D83B-BEAB7886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1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75F133-8AA4-95A7-C40B-EB61F15A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E5BB5-E204-54EE-C563-28DA80302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47619-3CB3-D912-0B51-8D33FD1E5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D660F-23E6-4F49-B6F7-2BFF8A516C6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7F7F-5D05-1FD7-B03E-483C08BE9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9A51-675A-F0FF-22FB-E1D4FFB88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9866D-F972-452E-80B2-91FA6CE5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8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E87F6C97-D6CE-253A-7C0D-3F0752C8D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69C97-D025-348A-A9B7-8806C99F3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003" y="247649"/>
            <a:ext cx="10565046" cy="121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/>
              <a:t>The Evolution of Scraping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33CF95-364B-9A09-32FC-B994958182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75714" y="1714498"/>
            <a:ext cx="4112521" cy="43942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Static vs. Dynamic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Basic tools (like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only see the initial HTML. Modern sites (Facebook, LinkedIn, Dashboards) load data dynamically as you scroll or click.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Selenium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"Browser Automator" that physically opens a browser window, clicks buttons, types in search bars, and waits for elements to appear.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Virtual Human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Why simulating human behavior is necessary for high-value data extraction in 2026.</a:t>
            </a:r>
          </a:p>
        </p:txBody>
      </p:sp>
      <p:pic>
        <p:nvPicPr>
          <p:cNvPr id="1029" name="Picture 5" descr="State of Web Scraping 2026: Trends, Challenges &amp; What's Next">
            <a:extLst>
              <a:ext uri="{FF2B5EF4-FFF2-40B4-BE49-F238E27FC236}">
                <a16:creationId xmlns:a16="http://schemas.microsoft.com/office/drawing/2014/main" id="{192EABDD-7707-C7C8-C15A-453E2187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7982" y="2426898"/>
            <a:ext cx="5917537" cy="329902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22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3268D-93D1-6FAD-939E-A0A3F64A6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/>
              <a:t>API Integration – The "Front Door"</a:t>
            </a:r>
          </a:p>
        </p:txBody>
      </p:sp>
      <p:pic>
        <p:nvPicPr>
          <p:cNvPr id="2053" name="Picture 5" descr="System Design Essentials : API Gateway , Front Door to Backend Services |  by Ramteke Rakesh | Medium">
            <a:extLst>
              <a:ext uri="{FF2B5EF4-FFF2-40B4-BE49-F238E27FC236}">
                <a16:creationId xmlns:a16="http://schemas.microsoft.com/office/drawing/2014/main" id="{FF6998AD-99D1-778C-A53C-3658E2AE9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122" y="2467868"/>
            <a:ext cx="5804955" cy="355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B4D7A-74B7-F165-B1FD-9D7380521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90509" y="2357888"/>
            <a:ext cx="4265370" cy="39026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What is an API?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Instead of "scraping" the visual website, we talk directly to the server's data source.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Data Pipeline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Building a script that wakes up every morning, asks an API (like OpenWeather or a Financial API) for the latest numbers, and saves them automatically.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APIs are faster, more reliable, and legal compared to raw scraping.</a:t>
            </a:r>
          </a:p>
        </p:txBody>
      </p:sp>
    </p:spTree>
    <p:extLst>
      <p:ext uri="{BB962C8B-B14F-4D97-AF65-F5344CB8AC3E}">
        <p14:creationId xmlns:p14="http://schemas.microsoft.com/office/powerpoint/2010/main" val="306982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ED8C7-1822-1B80-C8BB-A7E35CE0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/>
              <a:t>Ethical Scraping &amp; Security</a:t>
            </a:r>
          </a:p>
        </p:txBody>
      </p:sp>
      <p:pic>
        <p:nvPicPr>
          <p:cNvPr id="3075" name="Picture 3" descr="Ethical Web Scraping: Extract Data Without Breaking Laws">
            <a:extLst>
              <a:ext uri="{FF2B5EF4-FFF2-40B4-BE49-F238E27FC236}">
                <a16:creationId xmlns:a16="http://schemas.microsoft.com/office/drawing/2014/main" id="{B3C4F59A-BC4D-39EE-706E-AC8FCB89B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122" y="2975801"/>
            <a:ext cx="5804955" cy="253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CB81F15-186B-9250-11BC-E37F09072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90509" y="2357888"/>
            <a:ext cx="4265370" cy="39026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"Block" Problem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Websites track how many requests you send. If you go too fast, your IP address will be banned.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Rate Limiting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Teaching your code to "sleep" between actions to mimic human reading speed.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IP Rotation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Using a pool of different addresses to distribute your requests, making your bot look like hundreds of different users.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Robots.txt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Learning how to read a website's "Rules of Engagement" before you start scraping.</a:t>
            </a:r>
          </a:p>
        </p:txBody>
      </p:sp>
    </p:spTree>
    <p:extLst>
      <p:ext uri="{BB962C8B-B14F-4D97-AF65-F5344CB8AC3E}">
        <p14:creationId xmlns:p14="http://schemas.microsoft.com/office/powerpoint/2010/main" val="282954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The Evolution of Scraping</vt:lpstr>
      <vt:lpstr>API Integration – The "Front Door"</vt:lpstr>
      <vt:lpstr>Ethical Scraping &amp;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2026-04-28T09:05:48Z</dcterms:created>
  <dcterms:modified xsi:type="dcterms:W3CDTF">2026-04-28T09:13:35Z</dcterms:modified>
</cp:coreProperties>
</file>