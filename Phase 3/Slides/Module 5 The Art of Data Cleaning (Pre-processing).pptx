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38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50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47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978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7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17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4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93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34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33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49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95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1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9F8663-FB60-9AC2-A4DF-51E05798D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677" y="603504"/>
            <a:ext cx="1087221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Handling the Void (Imputation Strategy)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4CFF5A-E683-A910-07F0-9AD377BE9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78" y="2441274"/>
            <a:ext cx="5173647" cy="3091254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3787509-7BC4-C5E5-CF28-17796EB8F65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96000" y="2441273"/>
            <a:ext cx="5385816" cy="38179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The Problem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: Real-world data is rarely complete. Deleting every row with a missing value can destroy 50% of your dataset.</a:t>
            </a:r>
          </a:p>
          <a:p>
            <a:pPr marL="0"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The Solution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: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Scientific Imputation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.</a:t>
            </a:r>
          </a:p>
          <a:p>
            <a:pPr lvl="1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Mean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: Best for normally distributed data.</a:t>
            </a:r>
          </a:p>
          <a:p>
            <a:pPr lvl="1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Median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: Best for skewed data (like salaries) as it ignores outliers.</a:t>
            </a:r>
          </a:p>
          <a:p>
            <a:pPr lvl="1" indent="-228600" algn="l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</a:rPr>
              <a:t>Mode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: The "Most Frequent" choice for categorical data (like City names).</a:t>
            </a:r>
          </a:p>
          <a:p>
            <a:pPr marR="0" lvl="0" indent="-228600" algn="l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36606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E0BBA-7594-8F3D-9B42-9F7F5D4EB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Outlier Engineering (Finding the "Impossible")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3821F5-0204-DC4F-D0AF-214493050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78" y="2441274"/>
            <a:ext cx="5173647" cy="258682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52B166C-BAF2-17EA-0880-ADF7184333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2441273"/>
            <a:ext cx="5385816" cy="38179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What are Outliers?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Data points that don't fit the pattern (e.g., an "Age" of 250 or a "Price" of -10).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Detection Methods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Z-Score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Measures how many standard deviations a point is from the mean.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IQR (Interquartile Range)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The middle 50% of the data. Anything significantly outside the "whiskers" of a boxplot is flagged.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Outcome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We don't always delete outliers; sometimes we "clip" them to a maximum logical value.</a:t>
            </a:r>
          </a:p>
        </p:txBody>
      </p:sp>
    </p:spTree>
    <p:extLst>
      <p:ext uri="{BB962C8B-B14F-4D97-AF65-F5344CB8AC3E}">
        <p14:creationId xmlns:p14="http://schemas.microsoft.com/office/powerpoint/2010/main" val="756164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2" name="Rectangle 3081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EA7B68-AAFA-735E-9E7F-2E8EB9D50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String Cleaning (The Power of Regex)</a:t>
            </a:r>
          </a:p>
        </p:txBody>
      </p:sp>
      <p:pic>
        <p:nvPicPr>
          <p:cNvPr id="3077" name="Picture 5" descr="RegEx in Python : The Basics | Towards AI">
            <a:extLst>
              <a:ext uri="{FF2B5EF4-FFF2-40B4-BE49-F238E27FC236}">
                <a16:creationId xmlns:a16="http://schemas.microsoft.com/office/drawing/2014/main" id="{BA8437A3-3B6D-0907-D6A2-FB7113C4D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4678" y="2441274"/>
            <a:ext cx="5173647" cy="324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8F03130B-6DE2-893F-A6F4-46F1491127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2441273"/>
            <a:ext cx="5385816" cy="38179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Messy Text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Computers see "Peshawar", "peshawar", and "Peshawar " as three different cities.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String Methods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Using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.str.strip()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and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.str.lower()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</a:rPr>
              <a:t> to unify text.</a:t>
            </a:r>
            <a:endParaRPr kumimoji="0" lang="en-US" altLang="en-US" sz="18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Regular Expressions (Regex)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Powerful pattern-matching logic to extract phone numbers from text or fix email typos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2392389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F6F53B-0BE7-0511-3448-E0720F5A0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740" y="16483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dirty="0"/>
              <a:t>Standardization &amp; Scaling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94D526-BAD3-817B-AAB1-A61F1B3B56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7420" y="4058203"/>
            <a:ext cx="10597160" cy="191347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Magnitude Problem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 computer thinks a "Salary" of 100,000 is "more important" than an "Age" of 30 just because the number is bigger.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Standardization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Centering data around 0 with a standard deviation of 1.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Normalization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Squishing all values between 0 and 1.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Ensuring the model treats all "features" (columns) with equal mathematical respect.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B26F48-6F9B-0BDE-D826-D08C3E0C3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033" y="1338512"/>
            <a:ext cx="5445008" cy="249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83292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321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Arial Unicode MS</vt:lpstr>
      <vt:lpstr>Neue Haas Grotesk Text Pro</vt:lpstr>
      <vt:lpstr>VanillaVTI</vt:lpstr>
      <vt:lpstr>Handling the Void (Imputation Strategy)</vt:lpstr>
      <vt:lpstr>Outlier Engineering (Finding the "Impossible")</vt:lpstr>
      <vt:lpstr>String Cleaning (The Power of Regex)</vt:lpstr>
      <vt:lpstr>Standardization &amp; Scaling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5</cp:revision>
  <dcterms:created xsi:type="dcterms:W3CDTF">2026-04-27T10:55:11Z</dcterms:created>
  <dcterms:modified xsi:type="dcterms:W3CDTF">2026-04-27T11:05:41Z</dcterms:modified>
</cp:coreProperties>
</file>