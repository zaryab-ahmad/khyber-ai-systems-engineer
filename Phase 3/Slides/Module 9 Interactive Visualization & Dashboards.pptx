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57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26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232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8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56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14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6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513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0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7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12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22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2" r:id="rId6"/>
    <p:sldLayoutId id="2147483667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81253A-8C15-56C4-EE05-8E9DB6ED2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667" y="1551081"/>
            <a:ext cx="5674360" cy="106206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Static vs. Interactive – The Exploration Shift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EE4944-FC4E-3810-0A61-A449336E25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21675" y="4244859"/>
            <a:ext cx="9453154" cy="19708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Limitation of Static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Standard charts are "read-only." If a manager wants to see the exact value of a specific data point, they have to ask the developer.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Solution: Plotly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High-level interactivity. Users can hover for tooltips, zoom into specific timeframes, and click legends to filter categories.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Cufflinks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 bridge library that allows us to call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iplot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directly on a Pandas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</a:rPr>
              <a:t>DataFrame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, making interactive visualization as easy as a single line of code.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CC11005-BC53-5976-9587-FB0B62EF6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55708C4-77FF-CD7B-E50D-01B5D1D7CB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79669" y="1137481"/>
            <a:ext cx="5450641" cy="295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43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AA232-6E5F-4B30-598C-F89C002D8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 err="1"/>
              <a:t>Streamlit</a:t>
            </a:r>
            <a:r>
              <a:rPr lang="en-US" dirty="0"/>
              <a:t> – The 10-Minute Dashboard</a:t>
            </a:r>
          </a:p>
        </p:txBody>
      </p:sp>
      <p:sp>
        <p:nvSpPr>
          <p:cNvPr id="2058" name="Freeform: Shape 2057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1" name="Picture 3" descr="Forget Streamlit: Create an Interactive Data Science Dashboard in Excel in  Minutes - KDnuggets">
            <a:extLst>
              <a:ext uri="{FF2B5EF4-FFF2-40B4-BE49-F238E27FC236}">
                <a16:creationId xmlns:a16="http://schemas.microsoft.com/office/drawing/2014/main" id="{0BBD40D5-F501-9F19-A264-3AE2DED2C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8" y="2806209"/>
            <a:ext cx="5639091" cy="3059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E2E02C5-B920-BDFD-5532-550A250FA6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7104" y="2304288"/>
            <a:ext cx="5129784" cy="40507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Evolution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Traditionally, a data scientist needed to learn HTML, CSS, and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Javascript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(or Flask/Django) to share a dashboard.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Streamlit's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Innovation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 framework that turns a Python script into a beautiful, shareable web app using only Python.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Immediate Value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It allows teams to prototype "Decision Support Systems" in hours rather than weeks, which is a highly sought-after skill in the 2026 job market.</a:t>
            </a:r>
          </a:p>
        </p:txBody>
      </p:sp>
    </p:spTree>
    <p:extLst>
      <p:ext uri="{BB962C8B-B14F-4D97-AF65-F5344CB8AC3E}">
        <p14:creationId xmlns:p14="http://schemas.microsoft.com/office/powerpoint/2010/main" val="3302848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EE14DA-8CB6-458F-3A51-86D744239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Widgets: Empowering the Stakeholder</a:t>
            </a:r>
          </a:p>
        </p:txBody>
      </p:sp>
      <p:sp>
        <p:nvSpPr>
          <p:cNvPr id="3082" name="Freeform: Shape 3081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5" name="Picture 3" descr="Getting Started with Streamlit: Learn Widgets, Layouts, and Caching -  PyImageSearch">
            <a:extLst>
              <a:ext uri="{FF2B5EF4-FFF2-40B4-BE49-F238E27FC236}">
                <a16:creationId xmlns:a16="http://schemas.microsoft.com/office/drawing/2014/main" id="{0BB8989F-3851-99BD-8AF6-9DCE37D65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740" y="2299390"/>
            <a:ext cx="5073346" cy="4072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F5CF8BB-D654-D82E-0A31-24AE19D579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7104" y="2304288"/>
            <a:ext cx="5129784" cy="40507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Paradigm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We stop writing hard-coded filters (e.g.,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df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df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['Region'] == 'Peshawar']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) and start writing dynamic inputs.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Control Elements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Sliders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For selecting date ranges or sensitivity levels.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Dropdowns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For switching between different metrics (e.g., GDP vs. Population).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Buttons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For triggering specific simulations or data refreshes.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b="1" dirty="0"/>
              <a:t>Goal</a:t>
            </a:r>
            <a:r>
              <a:rPr lang="en-US" dirty="0"/>
              <a:t>: Creating a "Data Playground" where managers can find their own answers.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27426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272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Arial Unicode MS</vt:lpstr>
      <vt:lpstr>Bierstadt</vt:lpstr>
      <vt:lpstr>GestaltVTI</vt:lpstr>
      <vt:lpstr>Static vs. Interactive – The Exploration Shift</vt:lpstr>
      <vt:lpstr>Streamlit – The 10-Minute Dashboard</vt:lpstr>
      <vt:lpstr>Widgets: Empowering the Stakeholder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5</cp:revision>
  <dcterms:created xsi:type="dcterms:W3CDTF">2026-04-28T07:07:26Z</dcterms:created>
  <dcterms:modified xsi:type="dcterms:W3CDTF">2026-04-28T07:16:54Z</dcterms:modified>
</cp:coreProperties>
</file>