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1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64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5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41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3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50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8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4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71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3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3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340A7190-01C3-EB5F-290B-2565AB617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A4340-CA96-7D21-8E26-AFC64DE9D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9375" y="1311217"/>
            <a:ext cx="4175184" cy="2484407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Precision Agriculture &amp; The IoT Revolution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1C6D11-014B-C9F2-0B23-D5B5B859C1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849374" y="3950900"/>
            <a:ext cx="4406455" cy="23083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Traditional farming in districts like Swat and Mardan often relies on guesswork for irrigation and fertilization.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IoT Solution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Deploying sensors to measure soil moisture, pH levels, and NPK (Nitrogen, Phosphorus, Potassium) values in real-time.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Data-Driven Decisions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Using this high-resolution data to provide specific "prescriptions" for each patch of an orchard, reducing waste and increasing yield.</a:t>
            </a:r>
          </a:p>
        </p:txBody>
      </p:sp>
      <p:pic>
        <p:nvPicPr>
          <p:cNvPr id="1027" name="Picture 3" descr="Smart Farming Revolution: Farmer's Perception and Adoption of Smart IoT  Technologies for Crop Health Monitoring and Yield Prediction in Jizan,  Saudi Arabia">
            <a:extLst>
              <a:ext uri="{FF2B5EF4-FFF2-40B4-BE49-F238E27FC236}">
                <a16:creationId xmlns:a16="http://schemas.microsoft.com/office/drawing/2014/main" id="{32E61ACE-E01E-77F7-9A7A-556434A3F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8083" y="1198851"/>
            <a:ext cx="5119032" cy="444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798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E407D-A966-6561-B11F-9C921A37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Satellite Imagery &amp; GIS (The View from Above)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2511F4-1FB6-99BA-CDC0-0C18600940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212848"/>
            <a:ext cx="5862396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Large-Scale Monitoring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While sensors cover meters, satellites cover kilometers.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GeoPandas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specialized tool that allows us to treat geographical shapes (districts, farms) like data tables.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Crop Health (NDVI)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Using specific light wavelengths from satellite data to determine if a crop is healthy or stressed before the damage is visible to the human eye.</a:t>
            </a:r>
          </a:p>
        </p:txBody>
      </p:sp>
      <p:pic>
        <p:nvPicPr>
          <p:cNvPr id="2051" name="Picture 3" descr="The 9 top satellite imagery companies">
            <a:extLst>
              <a:ext uri="{FF2B5EF4-FFF2-40B4-BE49-F238E27FC236}">
                <a16:creationId xmlns:a16="http://schemas.microsoft.com/office/drawing/2014/main" id="{C4A03309-0765-559D-1444-B3CAADE12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1395" y="2284520"/>
            <a:ext cx="4681506" cy="231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7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Rectangle 3081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9B872-83DB-E82B-1450-ACD04CBA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799162" cy="1847756"/>
          </a:xfrm>
        </p:spPr>
        <p:txBody>
          <a:bodyPr>
            <a:normAutofit/>
          </a:bodyPr>
          <a:lstStyle/>
          <a:p>
            <a:r>
              <a:rPr lang="en-US" sz="4000" dirty="0"/>
              <a:t>Yield Prediction &amp; Harvest Forecasting</a:t>
            </a:r>
          </a:p>
        </p:txBody>
      </p:sp>
      <p:pic>
        <p:nvPicPr>
          <p:cNvPr id="3075" name="Picture 3" descr="Crop Yield Prediction: Maximizing Agricultural Productivity">
            <a:extLst>
              <a:ext uri="{FF2B5EF4-FFF2-40B4-BE49-F238E27FC236}">
                <a16:creationId xmlns:a16="http://schemas.microsoft.com/office/drawing/2014/main" id="{6D005CD4-0B90-E023-77E8-AB251A5AF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8" r="14183" b="-2"/>
          <a:stretch>
            <a:fillRect/>
          </a:stretch>
        </p:blipFill>
        <p:spPr bwMode="auto">
          <a:xfrm>
            <a:off x="731521" y="2396395"/>
            <a:ext cx="4265022" cy="3912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BEF265B-E4FF-A555-EBBD-A242FDB7B9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28520" y="548637"/>
            <a:ext cx="5546770" cy="57607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Economic Stability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Predicting the harvest totals for major KPK crops like Wheat, Tobacco, and Sugarcane helps government planners and farmers stabilize prices.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Combining historical weather patterns (rainfall, heatwaves) with soil quality and historical harvest data.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Predictive Modeling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Moving from "What happened?" to "How many tons will we harvest in June?"</a:t>
            </a:r>
          </a:p>
        </p:txBody>
      </p:sp>
    </p:spTree>
    <p:extLst>
      <p:ext uri="{BB962C8B-B14F-4D97-AF65-F5344CB8AC3E}">
        <p14:creationId xmlns:p14="http://schemas.microsoft.com/office/powerpoint/2010/main" val="151632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00C97-6168-CBB5-4A17-BB914D87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4803224" cy="1258389"/>
          </a:xfrm>
        </p:spPr>
        <p:txBody>
          <a:bodyPr>
            <a:normAutofit/>
          </a:bodyPr>
          <a:lstStyle/>
          <a:p>
            <a:r>
              <a:rPr lang="en-US" dirty="0"/>
              <a:t>Spatial Mapping of Pests and Disease</a:t>
            </a:r>
          </a:p>
        </p:txBody>
      </p:sp>
      <p:pic>
        <p:nvPicPr>
          <p:cNvPr id="4099" name="Picture 3" descr="Monitoring and Management of agricultural insect pest with GIS – gracetiwari">
            <a:extLst>
              <a:ext uri="{FF2B5EF4-FFF2-40B4-BE49-F238E27FC236}">
                <a16:creationId xmlns:a16="http://schemas.microsoft.com/office/drawing/2014/main" id="{2B13D3BE-FE23-0624-81AF-CFF56DA08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4" r="9852" b="2"/>
          <a:stretch>
            <a:fillRect/>
          </a:stretch>
        </p:blipFill>
        <p:spPr bwMode="auto">
          <a:xfrm>
            <a:off x="731521" y="2011679"/>
            <a:ext cx="4684352" cy="42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00A5F32-BD5A-F374-C91E-08B63E70D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28520" y="548637"/>
            <a:ext cx="5546770" cy="57607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Tracking the Spread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Pests like locusts or fungal diseases don't respect borders. Spatial analytics allows us to map the "front line" of an infestation.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Predictive Containment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By analyzing wind patterns and humidity, we can predict which district (e.g.,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Charsadda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vs. Nowshera) is at risk next.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Resource Allocation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Sending pesticides and experts only to the areas identified as "High Risk" by the data model.</a:t>
            </a:r>
          </a:p>
        </p:txBody>
      </p:sp>
    </p:spTree>
    <p:extLst>
      <p:ext uri="{BB962C8B-B14F-4D97-AF65-F5344CB8AC3E}">
        <p14:creationId xmlns:p14="http://schemas.microsoft.com/office/powerpoint/2010/main" val="64041234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311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VanillaVTI</vt:lpstr>
      <vt:lpstr>Precision Agriculture &amp; The IoT Revolution</vt:lpstr>
      <vt:lpstr>Satellite Imagery &amp; GIS (The View from Above)</vt:lpstr>
      <vt:lpstr>Yield Prediction &amp; Harvest Forecasting</vt:lpstr>
      <vt:lpstr>Spatial Mapping of Pests and Disease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2026-04-28T09:44:39Z</dcterms:created>
  <dcterms:modified xsi:type="dcterms:W3CDTF">2026-04-28T09:50:22Z</dcterms:modified>
</cp:coreProperties>
</file>