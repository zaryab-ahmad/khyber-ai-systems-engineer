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2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6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9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5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3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08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76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3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95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9C4A5-032F-D05D-DF7F-8DFEE4D3C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383" y="838201"/>
            <a:ext cx="10722386" cy="1174121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Bias Detection: Fighting Algorithmic Unfairness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E4036-E47E-213E-8D0E-8829BBA90A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633343" y="2012322"/>
            <a:ext cx="5412440" cy="36887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Algorithmic Bias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Occurs when a model produces systematically prejudiced results (e.g., a medical AI that works better for one ethnic group than another).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Reflection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AI is a mirror; if the training data is biased, the model will be biased.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Audit Strategies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We must test models across different demographics (gender, age, location) to ensure "Equal Opportunity" and "Predictive Parity."</a:t>
            </a:r>
          </a:p>
        </p:txBody>
      </p:sp>
      <p:pic>
        <p:nvPicPr>
          <p:cNvPr id="1027" name="Picture 3" descr="AI bias: exploring discriminatory algorithmic decision-making models and  the application of possible machine-centric solutions adapted from the  pharmaceutical industry | AI and Ethics | Springer Nature Link">
            <a:extLst>
              <a:ext uri="{FF2B5EF4-FFF2-40B4-BE49-F238E27FC236}">
                <a16:creationId xmlns:a16="http://schemas.microsoft.com/office/drawing/2014/main" id="{2A230223-50C6-A03C-693E-F6A9DF7E0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6056" y="2439998"/>
            <a:ext cx="4515301" cy="28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7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A5410-0134-8102-35C5-63B8FF39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Hallucination Mitigation: The Quest for Truth</a:t>
            </a:r>
          </a:p>
        </p:txBody>
      </p: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A12B6BE-A783-0B0E-F9DE-23A832FED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65" y="2692045"/>
            <a:ext cx="6143380" cy="347100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F924335-0D27-0313-B3AB-6FF369000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7448" y="914397"/>
            <a:ext cx="5138688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Hallucination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When an LLM confidently generates false information.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Root Cause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LLMs are "stochastic parrots"—they predict the most likely word, not necessarily the most truthful one.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Mitigation Strategies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Grounding the model in external facts.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Self-Consistency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Asking the model to solve a problem multiple times and picking the consensus.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 Loops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a second "Judge" model to fact-check the first model's output.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7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28F3D-DE75-9C05-0418-E0E08688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sz="3700"/>
              <a:t>Deployment Safety: Building the Guardrails</a:t>
            </a: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AI Guardrails in Agentic Systems Explained">
            <a:extLst>
              <a:ext uri="{FF2B5EF4-FFF2-40B4-BE49-F238E27FC236}">
                <a16:creationId xmlns:a16="http://schemas.microsoft.com/office/drawing/2014/main" id="{223F6F5D-554A-4EBC-C6CE-EEAA925DA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2541743"/>
            <a:ext cx="5549902" cy="362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1ED3-B1D5-EBCA-AE50-4F520A31F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59"/>
            <a:ext cx="4819903" cy="4042955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000" b="1" dirty="0"/>
              <a:t>Harmful Content</a:t>
            </a:r>
            <a:r>
              <a:rPr lang="en-US" sz="2000" dirty="0"/>
              <a:t>: Preventing AI from generating instructions for illegal acts, hate speech, or self-harm.</a:t>
            </a:r>
          </a:p>
          <a:p>
            <a:pPr lvl="1"/>
            <a:r>
              <a:rPr lang="en-US" sz="2000" b="1" dirty="0"/>
              <a:t>Guardrails</a:t>
            </a:r>
            <a:r>
              <a:rPr lang="en-US" sz="2000" dirty="0"/>
              <a:t>: Software layers that sit between the user and the AI (e.g., Llama Guard or </a:t>
            </a:r>
            <a:r>
              <a:rPr lang="en-US" sz="2000" dirty="0" err="1"/>
              <a:t>NeMo</a:t>
            </a:r>
            <a:r>
              <a:rPr lang="en-US" sz="2000" dirty="0"/>
              <a:t> Guardrails).</a:t>
            </a:r>
          </a:p>
          <a:p>
            <a:pPr lvl="1"/>
            <a:r>
              <a:rPr lang="en-US" sz="2000" b="1" dirty="0"/>
              <a:t>Red Teaming</a:t>
            </a:r>
            <a:r>
              <a:rPr lang="en-US" sz="2000" dirty="0"/>
              <a:t>: The practice of intentionally trying to "break" the AI's safety rules to find vulnerabilities before the public does.</a:t>
            </a:r>
          </a:p>
        </p:txBody>
      </p:sp>
    </p:spTree>
    <p:extLst>
      <p:ext uri="{BB962C8B-B14F-4D97-AF65-F5344CB8AC3E}">
        <p14:creationId xmlns:p14="http://schemas.microsoft.com/office/powerpoint/2010/main" val="17020510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240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Calisto MT</vt:lpstr>
      <vt:lpstr>Univers Condensed</vt:lpstr>
      <vt:lpstr>ChronicleVTI</vt:lpstr>
      <vt:lpstr>Bias Detection: Fighting Algorithmic Unfairness</vt:lpstr>
      <vt:lpstr>Hallucination Mitigation: The Quest for Truth</vt:lpstr>
      <vt:lpstr>Deployment Safety: Building the Guardrails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2026-05-07T11:21:50Z</dcterms:created>
  <dcterms:modified xsi:type="dcterms:W3CDTF">2026-05-07T11:30:23Z</dcterms:modified>
</cp:coreProperties>
</file>