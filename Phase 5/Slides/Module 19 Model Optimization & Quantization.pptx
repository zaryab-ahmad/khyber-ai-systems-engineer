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28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8ADE-93FA-DE41-1125-989024302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03669B-D403-8893-D387-B68FCF1F8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56EAB-A96D-4F66-9F19-9325ED4E4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A0A5A-C97E-4696-BF78-283C17BB685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875E9-D252-63D7-BBB1-FBC775071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2E708-4C10-3B57-FEDD-51C3A7751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3379-4556-4F24-9A64-34661EECA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455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E1F10-B745-8F73-6BEF-25562A980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BE507-737F-C4DC-829A-E11C1739F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6B644-B9B0-DA52-2986-3AC3B3987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A0A5A-C97E-4696-BF78-283C17BB685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C3F2E-840F-132E-4782-AE69619FE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917D5-E407-1E72-3EEB-7B2823C85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3379-4556-4F24-9A64-34661EECA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40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16A7C-E3E3-9782-020D-063CB4188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1C87A-5BAD-BC34-395F-E95973AE7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C718F-7C1D-13F9-05DC-EE1A3348E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A0A5A-C97E-4696-BF78-283C17BB685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2B4CA-6E92-D8CF-10ED-D465E1012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036F4-42A1-77FD-022E-4ED15C6C9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3379-4556-4F24-9A64-34661EECA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614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74EDD-8DBD-939E-BF17-CA5EAB208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32A53-8771-F688-B1DB-259BEDE016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EBC9C0-EF23-FE0A-CDA1-CF0AABADF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7F0F2-5F6C-30A6-C071-3936643A2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A0A5A-C97E-4696-BF78-283C17BB685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5AD12-6DFB-2B73-8DD8-5131534E4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5495D-2BE2-1E9F-666B-E03E3AD07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3379-4556-4F24-9A64-34661EECA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184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C0B7C-E73C-B190-7107-37C504F6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7FD2A-FB53-F26B-6229-22DAD0323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FD5B1-123D-184F-D86F-BF66858C7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14536D-13E6-BD96-58DA-6D99C81BDD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7BE84A-03BF-11AB-0D21-4464A6F530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6961BC-0D74-6B56-2695-8358F0377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A0A5A-C97E-4696-BF78-283C17BB685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5D8AA6-7999-7566-5D04-07CFC053B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DD444E-E49C-4551-9D98-FEA06295E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3379-4556-4F24-9A64-34661EECA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64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B3D52-DF4F-7995-9B29-55355CAC7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4706F5-B3EF-2A00-DB3F-BE53D7280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A0A5A-C97E-4696-BF78-283C17BB685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3E8298-A13E-F6D1-7A93-DDACB3525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A1F2C-9214-5744-1B7E-83E4BD9C8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3379-4556-4F24-9A64-34661EECA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687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8D478D-BD1C-BD58-7742-CA6C19F0D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A0A5A-C97E-4696-BF78-283C17BB685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D5F04B-120C-7D24-456E-E512E7DE3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BAEB1-BF63-54F6-F1D6-1D99DB2F3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3379-4556-4F24-9A64-34661EECA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20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112B0-436A-40DE-D561-195C588E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C76DE-8928-1BB2-A798-8F996336E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0F1518-F783-5416-7CB0-538B6A8AC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C03E6-044C-3C74-9F1E-42319FE6D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A0A5A-C97E-4696-BF78-283C17BB685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91E99-A258-A494-511B-CEBAAF84C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4D42D-D57A-DD10-B682-BCB486AF6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3379-4556-4F24-9A64-34661EECA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1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1D94C-7623-9657-F882-B689A8CB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8C5C72-2A7B-536F-2963-1386B86C74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FA1396-DF48-4AD8-ADE1-04FD65207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2CD62-5E12-B166-EC6B-65878782B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A0A5A-C97E-4696-BF78-283C17BB685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5EAE1C-5441-62FC-DB2D-D1760A4A0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239E5E-B57F-AE84-379F-8C6598087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3379-4556-4F24-9A64-34661EECA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294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812C8-EFC6-D3FA-D4F7-126249A8F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045E1-2197-E8C0-07C5-588F7420C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039E0-B7F8-73CC-4EDF-86B4DB79C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A0A5A-C97E-4696-BF78-283C17BB685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AEC98-00B1-334D-E057-2993994AA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E498A-2505-92B2-2D76-D87C2C89A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3379-4556-4F24-9A64-34661EECA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403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EBC598-DFDA-2CEB-1776-8B21080303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4FB02B-52E5-7603-7389-A02F45EB88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2C385-3533-EDD6-6EF1-46CB93EB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A0A5A-C97E-4696-BF78-283C17BB685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11181-576E-370A-49D2-ABE7F420C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5C0EF-CC5A-369D-BD99-4BB1AC7B5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E3379-4556-4F24-9A64-34661EECA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259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B93EEF-0CCF-BFD6-887E-632DC48CF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68EA6-E456-F03F-923D-CB4A28163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BFE70-E3E2-7E42-CB91-56F4C1CFC8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A0A5A-C97E-4696-BF78-283C17BB685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21D86-3A92-CC1E-3DB6-569CEB64A5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5491E-5839-FE5F-6525-4515A6C5E8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7E3379-4556-4F24-9A64-34661EECA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92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4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B1E2B399-F3CE-4402-9418-377080B9A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037" name="Color">
              <a:extLst>
                <a:ext uri="{FF2B5EF4-FFF2-40B4-BE49-F238E27FC236}">
                  <a16:creationId xmlns:a16="http://schemas.microsoft.com/office/drawing/2014/main" id="{AC2AA197-7A04-4AAA-A357-07EF9F4D5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8" name="Color">
              <a:extLst>
                <a:ext uri="{FF2B5EF4-FFF2-40B4-BE49-F238E27FC236}">
                  <a16:creationId xmlns:a16="http://schemas.microsoft.com/office/drawing/2014/main" id="{CCE44998-768E-4717-B599-E07990B45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29" name="Picture 5" descr="QLoRA Explained - How 4 Bit Quantization Unlocks Frontier Models">
            <a:extLst>
              <a:ext uri="{FF2B5EF4-FFF2-40B4-BE49-F238E27FC236}">
                <a16:creationId xmlns:a16="http://schemas.microsoft.com/office/drawing/2014/main" id="{FFE1B124-6E18-5CE3-3BFD-7F11DC428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9707" y="2778284"/>
            <a:ext cx="5428452" cy="274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E0A39D-CABD-5730-36F0-99DCD56BDC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7" y="578999"/>
            <a:ext cx="10744153" cy="1499736"/>
          </a:xfrm>
        </p:spPr>
        <p:txBody>
          <a:bodyPr anchor="t">
            <a:normAutofit/>
          </a:bodyPr>
          <a:lstStyle/>
          <a:p>
            <a:pPr algn="l"/>
            <a:r>
              <a:rPr lang="en-US" sz="4800">
                <a:solidFill>
                  <a:schemeClr val="bg1"/>
                </a:solidFill>
              </a:rPr>
              <a:t>Model Shrinking: The Power of 4-bit Quantization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248670-7D5D-DBDD-EDFB-733A58068E2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496334" y="2197388"/>
            <a:ext cx="5037525" cy="39031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Quantization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reduces the precision of model weights (e.g., from 16-bit floats to 4-bit integers).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GGUF &amp; EXL2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Specialized formats that allow giant models (like a 70B parameter Llama) to run on consumer laptops by drastically reducing VRAM usage.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This process "shrinks" the model size by 70-80% with only a minimal hit to intelligence.</a:t>
            </a:r>
          </a:p>
        </p:txBody>
      </p:sp>
    </p:spTree>
    <p:extLst>
      <p:ext uri="{BB962C8B-B14F-4D97-AF65-F5344CB8AC3E}">
        <p14:creationId xmlns:p14="http://schemas.microsoft.com/office/powerpoint/2010/main" val="1790535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Slide Background Fill">
            <a:extLst>
              <a:ext uri="{FF2B5EF4-FFF2-40B4-BE49-F238E27FC236}">
                <a16:creationId xmlns:a16="http://schemas.microsoft.com/office/drawing/2014/main" id="{7D07B7BC-3270-4CF3-A7AA-0937908AD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58" name="Group 2057">
            <a:extLst>
              <a:ext uri="{FF2B5EF4-FFF2-40B4-BE49-F238E27FC236}">
                <a16:creationId xmlns:a16="http://schemas.microsoft.com/office/drawing/2014/main" id="{3248F5E6-4377-481A-9615-8B26AF96A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2059" name="Color">
              <a:extLst>
                <a:ext uri="{FF2B5EF4-FFF2-40B4-BE49-F238E27FC236}">
                  <a16:creationId xmlns:a16="http://schemas.microsoft.com/office/drawing/2014/main" id="{D8552057-9E04-4499-916A-649BB6B51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60" name="Color">
              <a:extLst>
                <a:ext uri="{FF2B5EF4-FFF2-40B4-BE49-F238E27FC236}">
                  <a16:creationId xmlns:a16="http://schemas.microsoft.com/office/drawing/2014/main" id="{D1194A2F-4E63-4228-A833-4D86528EA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051" name="Picture 3" descr="Deploy ONNX models with TensorRT Inference Serving | by zong fan | Medium">
            <a:extLst>
              <a:ext uri="{FF2B5EF4-FFF2-40B4-BE49-F238E27FC236}">
                <a16:creationId xmlns:a16="http://schemas.microsoft.com/office/drawing/2014/main" id="{FC032C11-4D04-B5BE-8821-876AB6912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385" y="2607486"/>
            <a:ext cx="5270026" cy="3082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62" name="Group 2061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063" name="Freeform: Shape 2062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64" name="Freeform: Shape 2063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65" name="Freeform: Shape 2064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66" name="Freeform: Shape 2065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67" name="Freeform: Shape 2066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68" name="Freeform: Shape 2067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69" name="Freeform: Shape 2068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789BDD-BC16-1B81-5B88-FD85FDEE7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576072"/>
            <a:ext cx="10377484" cy="1546533"/>
          </a:xfrm>
        </p:spPr>
        <p:txBody>
          <a:bodyPr anchor="t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Industrial Inference: ONNX &amp; TensorRT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149503-1AA2-FBAC-179C-A969B6C791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4409" y="2197386"/>
            <a:ext cx="4699459" cy="39031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ONNX (Open Neural Network Exchange)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A universal format that allows a model trained in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PyTorch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to run on any hardware or framework.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TensorRT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NVIDIA’s optimization engine that compiles models to run at maximum speed on specific GPUs.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These tools are essential for "Production AI" where response time (latency) must be in milliseconds.</a:t>
            </a:r>
          </a:p>
        </p:txBody>
      </p:sp>
    </p:spTree>
    <p:extLst>
      <p:ext uri="{BB962C8B-B14F-4D97-AF65-F5344CB8AC3E}">
        <p14:creationId xmlns:p14="http://schemas.microsoft.com/office/powerpoint/2010/main" val="179909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2" name="Slide Background Fill">
            <a:extLst>
              <a:ext uri="{FF2B5EF4-FFF2-40B4-BE49-F238E27FC236}">
                <a16:creationId xmlns:a16="http://schemas.microsoft.com/office/drawing/2014/main" id="{7D07B7BC-3270-4CF3-A7AA-0937908AD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84" name="Group 3083">
            <a:extLst>
              <a:ext uri="{FF2B5EF4-FFF2-40B4-BE49-F238E27FC236}">
                <a16:creationId xmlns:a16="http://schemas.microsoft.com/office/drawing/2014/main" id="{3248F5E6-4377-481A-9615-8B26AF96A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3085" name="Color">
              <a:extLst>
                <a:ext uri="{FF2B5EF4-FFF2-40B4-BE49-F238E27FC236}">
                  <a16:creationId xmlns:a16="http://schemas.microsoft.com/office/drawing/2014/main" id="{D8552057-9E04-4499-916A-649BB6B51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86" name="Color">
              <a:extLst>
                <a:ext uri="{FF2B5EF4-FFF2-40B4-BE49-F238E27FC236}">
                  <a16:creationId xmlns:a16="http://schemas.microsoft.com/office/drawing/2014/main" id="{D1194A2F-4E63-4228-A833-4D86528EA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077" name="Picture 5" descr="The Art of Shrinking: Compressing PyTorch Models for Efficiency">
            <a:extLst>
              <a:ext uri="{FF2B5EF4-FFF2-40B4-BE49-F238E27FC236}">
                <a16:creationId xmlns:a16="http://schemas.microsoft.com/office/drawing/2014/main" id="{09F115B6-3647-CB8E-AAC9-79EA110A8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385" y="2666773"/>
            <a:ext cx="5270026" cy="2964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88" name="Group 3087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089" name="Freeform: Shape 3088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90" name="Freeform: Shape 3089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91" name="Freeform: Shape 3090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92" name="Freeform: Shape 3091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93" name="Freeform: Shape 3092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94" name="Freeform: Shape 3093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95" name="Freeform: Shape 3094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A2BEFA-E7B5-2A58-2DB0-5F66151B8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576072"/>
            <a:ext cx="10377484" cy="1546533"/>
          </a:xfrm>
        </p:spPr>
        <p:txBody>
          <a:bodyPr anchor="t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Pruning: Trimming the Fat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D24536-D8E2-DDAF-9C5F-3943542045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4409" y="2197386"/>
            <a:ext cx="4699459" cy="39031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Pruning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involves identifying and removing "useless" neurons or connections that contribute little to the final output.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By zeroing out these weights, we make the model "sparse" and much lighter.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Combined with quantization, pruning allows complex AI to run on "Edge" devices like smartphones and IoT sensors.</a:t>
            </a:r>
          </a:p>
        </p:txBody>
      </p:sp>
    </p:spTree>
    <p:extLst>
      <p:ext uri="{BB962C8B-B14F-4D97-AF65-F5344CB8AC3E}">
        <p14:creationId xmlns:p14="http://schemas.microsoft.com/office/powerpoint/2010/main" val="2697531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204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Model Shrinking: The Power of 4-bit Quantization</vt:lpstr>
      <vt:lpstr>Industrial Inference: ONNX &amp; TensorRT</vt:lpstr>
      <vt:lpstr>Pruning: Trimming the Fat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3</cp:revision>
  <dcterms:created xsi:type="dcterms:W3CDTF">2026-05-07T11:09:31Z</dcterms:created>
  <dcterms:modified xsi:type="dcterms:W3CDTF">2026-05-07T11:19:40Z</dcterms:modified>
</cp:coreProperties>
</file>