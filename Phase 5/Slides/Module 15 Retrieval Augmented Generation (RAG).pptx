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4" d="100"/>
          <a:sy n="54" d="100"/>
        </p:scale>
        <p:origin x="25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64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7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2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45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1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65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6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5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27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49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43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029784-D020-9EFD-9CD9-DB280036F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7" y="334078"/>
            <a:ext cx="3465681" cy="213916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solidFill>
                  <a:schemeClr val="tx2"/>
                </a:solidFill>
              </a:rPr>
              <a:t>Vector Databases: Memory for Your AI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FA1FE0-7160-2464-A003-5B21EA850D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868" y="2579914"/>
            <a:ext cx="3845128" cy="33997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Unlike traditional SQL databases that store text or numbers in rows,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Vector Databases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store data as high-dimensional embeddings.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Tools like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ChromaDB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(local/open-source)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Pinecone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(cloud-scale) allow for lightning-fast retrieval of related data.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is the "hard drive" where you store your local PDFs, spreadsheets, and private documents.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Vector Databases as Memory for your AI Agents | by Ivan Campos | Sopmac AI  | Medium">
            <a:extLst>
              <a:ext uri="{FF2B5EF4-FFF2-40B4-BE49-F238E27FC236}">
                <a16:creationId xmlns:a16="http://schemas.microsoft.com/office/drawing/2014/main" id="{00CFCC43-3E6C-E6A5-D11B-4A623981C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2996" y="2098979"/>
            <a:ext cx="7311136" cy="2558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" name="Freeform: Shape 1033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4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0ED69F-E88F-C569-D90F-36258E79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Semantic Search: Finding Meaning, Not Just Words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960BEB-04D8-9E8E-08E7-545391FFA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7" y="3205039"/>
            <a:ext cx="6281928" cy="314096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1B1D7D3-F154-C15B-1706-C4CCA77CBC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7224" y="1088136"/>
            <a:ext cx="4160520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Traditional search looks for exact keywords.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Semantic Search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uses embeddings to find the "relevant" page based on the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meaning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of the user's query.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By converting the user's question into a vector, the system can find the exact paragraph in a 500-page PDF that contains the answer.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step acts as a "filter" to ensure the LLM only reads the necessary information.</a:t>
            </a:r>
          </a:p>
        </p:txBody>
      </p:sp>
    </p:spTree>
    <p:extLst>
      <p:ext uri="{BB962C8B-B14F-4D97-AF65-F5344CB8AC3E}">
        <p14:creationId xmlns:p14="http://schemas.microsoft.com/office/powerpoint/2010/main" val="2045687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1" name="Rectangle 4110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FB233-219E-1E18-59AF-AA4C7EE63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/>
              <a:t>RAG Pipelines: Eliminating Hallucinations</a:t>
            </a:r>
            <a:endParaRPr lang="en-US" dirty="0"/>
          </a:p>
        </p:txBody>
      </p:sp>
      <p:sp>
        <p:nvSpPr>
          <p:cNvPr id="4112" name="Freeform: Shape 411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D9BF18E-5182-CEB2-29D0-38A35751EB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RAG Pipeline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follows a three-step process: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Retrieve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(find context),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Augment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(add context to the prompt), and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Generate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(ask the LLM).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"Chat with your Data" approach ensures the LLM bases its answers on factual local data rather than its own internal training memory.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It is the industry standard for creating reliable, private, and up-to-date AI assistants.</a:t>
            </a:r>
          </a:p>
        </p:txBody>
      </p:sp>
      <p:pic>
        <p:nvPicPr>
          <p:cNvPr id="4102" name="Picture 6" descr="Reducing AI Hallucinations: Lessons from Legal AI - Gradient Flow">
            <a:extLst>
              <a:ext uri="{FF2B5EF4-FFF2-40B4-BE49-F238E27FC236}">
                <a16:creationId xmlns:a16="http://schemas.microsoft.com/office/drawing/2014/main" id="{C835B26D-455D-C142-4AF9-D0266834B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86" y="2676202"/>
            <a:ext cx="6362418" cy="302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22796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222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Bierstadt</vt:lpstr>
      <vt:lpstr>GestaltVTI</vt:lpstr>
      <vt:lpstr>Vector Databases: Memory for Your AI</vt:lpstr>
      <vt:lpstr>Semantic Search: Finding Meaning, Not Just Words</vt:lpstr>
      <vt:lpstr>RAG Pipelines: Eliminating Hallucinations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2026-05-07T10:09:26Z</dcterms:created>
  <dcterms:modified xsi:type="dcterms:W3CDTF">2026-05-07T10:18:09Z</dcterms:modified>
</cp:coreProperties>
</file>