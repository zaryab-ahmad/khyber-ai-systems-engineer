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0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76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10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6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5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9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9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5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0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77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6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973B3-1168-6AE5-3FE2-96E0A0525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9931" y="1384639"/>
            <a:ext cx="3324820" cy="175175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Self-Attention: Understanding Context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8102E8-2D68-49A4-0A38-2F77F7C6EA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7943" y="3810001"/>
            <a:ext cx="10526809" cy="210093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Self-attention allows a model to "look" at all words in a sentence simultaneously to understand the context of a specific word. 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creates a dynamic relationship between words regardless of how far apart they are in a sentence. 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mechanism uses three distinct vectors for each word: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Query (Q)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(K)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Value (V)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7" name="Picture 3" descr="The AiEdge+: Everything you need to know about the Attention Mechanism!">
            <a:extLst>
              <a:ext uri="{FF2B5EF4-FFF2-40B4-BE49-F238E27FC236}">
                <a16:creationId xmlns:a16="http://schemas.microsoft.com/office/drawing/2014/main" id="{0F35CD17-D0AC-085F-D991-262ADCC5D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249" y="1158926"/>
            <a:ext cx="6881991" cy="246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94AC3912-9445-326E-F355-EA4A2880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699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4094F-B180-D7FA-0A13-9C2A85F9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The Transformer Block: Deep Dive into Architecture</a:t>
            </a:r>
          </a:p>
        </p:txBody>
      </p:sp>
      <p:pic>
        <p:nvPicPr>
          <p:cNvPr id="2051" name="Picture 3" descr="A Deep Dive Into the Transformer Architecture – The Development of  Transformer Models | Exxact Blog">
            <a:extLst>
              <a:ext uri="{FF2B5EF4-FFF2-40B4-BE49-F238E27FC236}">
                <a16:creationId xmlns:a16="http://schemas.microsoft.com/office/drawing/2014/main" id="{2F048BBD-89D0-8A6D-932A-C7EE0A1DD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6" b="-2"/>
          <a:stretch>
            <a:fillRect/>
          </a:stretch>
        </p:blipFill>
        <p:spPr bwMode="auto">
          <a:xfrm>
            <a:off x="-1" y="914399"/>
            <a:ext cx="6657255" cy="535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8D1E1AA3-EF2D-FEF1-73BF-9C75050233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9905" y="2176036"/>
            <a:ext cx="4261104" cy="41218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Transformer architecture is built on an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Encoder-Decoder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structure.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Processes the input sequence and creates a mathematical representation of it.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Decoder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Uses the encoder's output and previous generated tokens to predict the next word.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architecture is the foundation for models like GPT, Llama, and DeepSeek.</a:t>
            </a:r>
          </a:p>
        </p:txBody>
      </p:sp>
    </p:spTree>
    <p:extLst>
      <p:ext uri="{BB962C8B-B14F-4D97-AF65-F5344CB8AC3E}">
        <p14:creationId xmlns:p14="http://schemas.microsoft.com/office/powerpoint/2010/main" val="1544265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15CAA-7F48-66F3-1C26-1999B057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Multi-Head Attention: Focusing on Multiple Details </a:t>
            </a:r>
          </a:p>
        </p:txBody>
      </p:sp>
      <p:cxnSp>
        <p:nvCxnSpPr>
          <p:cNvPr id="3082" name="Straight Connector 308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F2CED34-AB40-3841-D8CF-16A792CE5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737860" cy="36669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Instead of performing attention once, "Multi-Head" attention runs multiple attention mechanisms in parallel.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allows the model to focus on different parts of a sentence simultaneously (e.g., one head focuses on the subject, another on the verb).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results from all "heads" are concatenated and transformed to produce the final output. </a:t>
            </a:r>
          </a:p>
        </p:txBody>
      </p:sp>
      <p:pic>
        <p:nvPicPr>
          <p:cNvPr id="3075" name="Picture 3" descr="Transformers Explained Visually (Part 3): Multi-head Attention, deep dive |  Towards Data Science">
            <a:extLst>
              <a:ext uri="{FF2B5EF4-FFF2-40B4-BE49-F238E27FC236}">
                <a16:creationId xmlns:a16="http://schemas.microsoft.com/office/drawing/2014/main" id="{3F1519AA-43EE-B4D3-B5FE-3C5B797B5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3793" y="1143000"/>
            <a:ext cx="5157215" cy="515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89029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203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Grandview Display</vt:lpstr>
      <vt:lpstr>DashVTI</vt:lpstr>
      <vt:lpstr>Self-Attention: Understanding Context</vt:lpstr>
      <vt:lpstr>The Transformer Block: Deep Dive into Architecture</vt:lpstr>
      <vt:lpstr>Multi-Head Attention: Focusing on Multiple Details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2026-05-06T11:22:58Z</dcterms:created>
  <dcterms:modified xsi:type="dcterms:W3CDTF">2026-05-06T11:30:43Z</dcterms:modified>
</cp:coreProperties>
</file>