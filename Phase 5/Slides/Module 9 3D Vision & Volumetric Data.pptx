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01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0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28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4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10515600" cy="10842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15778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3199"/>
            <a:ext cx="5157787" cy="3446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3199"/>
            <a:ext cx="5183188" cy="3446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8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7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6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1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7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6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61999"/>
            <a:ext cx="2628900" cy="5414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61999"/>
            <a:ext cx="7734300" cy="54149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9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AA70F276-1833-4A75-9C1D-A56E2295A68D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0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C3E06833-B59C-442F-9A6A-F8F55936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554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Frame 1033">
            <a:extLst>
              <a:ext uri="{FF2B5EF4-FFF2-40B4-BE49-F238E27FC236}">
                <a16:creationId xmlns:a16="http://schemas.microsoft.com/office/drawing/2014/main" id="{FA2016CF-2F24-4AE4-8A87-D9B6A3DE3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77123-A045-38B3-3C8F-34958B005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0865" y="1151746"/>
            <a:ext cx="5462935" cy="238760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3D Convolutions: Beyond Flat Pixels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B5D2C1-F2EB-95D9-3FEE-C6DDF240276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90865" y="3631420"/>
            <a:ext cx="5462935" cy="20748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Google Sans Text"/>
              </a:rPr>
              <a:t>Standard CNNs process images as 2D grids, but medical data like MRI or CT scans are volumetric.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Google Sans Text"/>
              </a:rPr>
              <a:t>3D Convolutions (Conv3D)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Google Sans Text"/>
              </a:rPr>
              <a:t>: Instead of sliding a filter across height and width, the kernel slides across depth as well.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Google Sans Text"/>
              </a:rPr>
              <a:t>This allows the model to capture spatial relationships across multiple slices, which is essential for detecting structures that span across a 3D space.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alpha val="6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Deep Learning on Video (Part Three): Diving Deeper into 3D CNNs">
            <a:extLst>
              <a:ext uri="{FF2B5EF4-FFF2-40B4-BE49-F238E27FC236}">
                <a16:creationId xmlns:a16="http://schemas.microsoft.com/office/drawing/2014/main" id="{27C8C845-0119-046C-3EE1-203931DAC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1831259"/>
            <a:ext cx="4678478" cy="3216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084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Frame 2057">
            <a:extLst>
              <a:ext uri="{FF2B5EF4-FFF2-40B4-BE49-F238E27FC236}">
                <a16:creationId xmlns:a16="http://schemas.microsoft.com/office/drawing/2014/main" id="{19F9CD66-32FC-448F-B4C5-67D17508A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FFC61-0446-C320-35E5-EA88FD95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57251"/>
            <a:ext cx="4581525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Voxel Analysis: Measuring the 3D World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55B743-2659-C92C-7BE2-C0213849E4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3190875"/>
            <a:ext cx="4581526" cy="29860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Voxel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 is the 3D equivalent of a pixel (Volume + Element).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Automated Volume Calculation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: AI can be used to automatically calculate the volume of anomalies, such as tumors or lesions, by counting the predicted voxels.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This provides a much higher level of precision for doctors compared to manual 2D measurements. </a:t>
            </a:r>
          </a:p>
        </p:txBody>
      </p:sp>
      <p:pic>
        <p:nvPicPr>
          <p:cNvPr id="2051" name="Picture 3" descr="Similarity Measurement and Retrieval of Three-Dimensional Voxel Model Based  on Symbolic Operator">
            <a:extLst>
              <a:ext uri="{FF2B5EF4-FFF2-40B4-BE49-F238E27FC236}">
                <a16:creationId xmlns:a16="http://schemas.microsoft.com/office/drawing/2014/main" id="{8A554997-A740-B95A-65B4-A15DDF962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0893" y="2228442"/>
            <a:ext cx="5022907" cy="237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058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" name="Rectangle 3081">
            <a:extLst>
              <a:ext uri="{FF2B5EF4-FFF2-40B4-BE49-F238E27FC236}">
                <a16:creationId xmlns:a16="http://schemas.microsoft.com/office/drawing/2014/main" id="{19B36E71-93BD-4984-AC9C-CC9FB9CC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BBD20C-DC69-90B6-3D6C-DFC9B1F3A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007"/>
            <a:ext cx="5257800" cy="2373806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Depth Estimation: AI Understanding Distance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CC4877-20B3-451B-E7C0-583C69606F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34124" y="545007"/>
            <a:ext cx="5019675" cy="23738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Depth estimation is the process of determining the distance of objects from the camera in a 2D image.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Monocular Depth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: Predicting depth from a single image using patterns like perspective, shading, and object size.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This technology is vital for autonomous driving (avoiding obstacles) and augmented reality (AR). </a:t>
            </a:r>
          </a:p>
        </p:txBody>
      </p:sp>
      <p:pic>
        <p:nvPicPr>
          <p:cNvPr id="3077" name="Picture 5" descr="What Is Depth Anything V2: Depth Estimation Tutorials">
            <a:extLst>
              <a:ext uri="{FF2B5EF4-FFF2-40B4-BE49-F238E27FC236}">
                <a16:creationId xmlns:a16="http://schemas.microsoft.com/office/drawing/2014/main" id="{4D320529-7744-C930-2A2D-2C678D0EB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 b="2825"/>
          <a:stretch>
            <a:fillRect/>
          </a:stretch>
        </p:blipFill>
        <p:spPr bwMode="auto">
          <a:xfrm>
            <a:off x="20" y="3179205"/>
            <a:ext cx="12191980" cy="367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87852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200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Avenir Next LT Pro</vt:lpstr>
      <vt:lpstr>Google Sans Text</vt:lpstr>
      <vt:lpstr>Sabon Next LT</vt:lpstr>
      <vt:lpstr>Wingdings</vt:lpstr>
      <vt:lpstr>LuminousVTI</vt:lpstr>
      <vt:lpstr>3D Convolutions: Beyond Flat Pixels </vt:lpstr>
      <vt:lpstr>Voxel Analysis: Measuring the 3D World</vt:lpstr>
      <vt:lpstr>Depth Estimation: AI Understanding Distance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2026-05-06T10:03:59Z</dcterms:created>
  <dcterms:modified xsi:type="dcterms:W3CDTF">2026-05-06T10:17:28Z</dcterms:modified>
</cp:coreProperties>
</file>