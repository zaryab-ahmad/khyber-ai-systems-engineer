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2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522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407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0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39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320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383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913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9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92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116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874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08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DE49E5-5245-6FDE-B8CC-79999149C6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9" y="1177348"/>
            <a:ext cx="3330906" cy="1576735"/>
          </a:xfrm>
        </p:spPr>
        <p:txBody>
          <a:bodyPr>
            <a:noAutofit/>
          </a:bodyPr>
          <a:lstStyle/>
          <a:p>
            <a:r>
              <a:rPr lang="en-US" sz="3200" dirty="0"/>
              <a:t>Sequence Data: Why Order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060110-ECCF-880B-F465-A653FA5693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209280" y="2492832"/>
            <a:ext cx="3259785" cy="34834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Images are spatial; the relationship between pixels is based on their physical proximity.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Time-series and sentences are sequential; the meaning of a word or data point depends entirely on what came before it.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Standard Neural Networks (MLPs/CNNs) assume inputs are independent, but RNNs are designed to have "memory" of previous inputs. </a:t>
            </a:r>
          </a:p>
        </p:txBody>
      </p: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Types of Sequence / Time-Series Data: An Elaborative Overview | by Himani |  Medium">
            <a:extLst>
              <a:ext uri="{FF2B5EF4-FFF2-40B4-BE49-F238E27FC236}">
                <a16:creationId xmlns:a16="http://schemas.microsoft.com/office/drawing/2014/main" id="{07F9C577-68F9-58E1-7FC9-EE9206B57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2935" y="1474439"/>
            <a:ext cx="7179970" cy="3913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885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96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95C736-AC10-717B-FB53-C720D9D7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Vanishing Gradients: The Memory Limit 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Recurrent Neural Networks (RNN) - The Vanishing Gradient Problem">
            <a:extLst>
              <a:ext uri="{FF2B5EF4-FFF2-40B4-BE49-F238E27FC236}">
                <a16:creationId xmlns:a16="http://schemas.microsoft.com/office/drawing/2014/main" id="{2FC92396-BEB9-C5BE-178D-4BD509CD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8" y="3027359"/>
            <a:ext cx="5549902" cy="313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09F35493-C3E7-3DC1-6682-4BAB69F456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71999" y="1665513"/>
            <a:ext cx="4819903" cy="44975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RNNs process sequences by passing a "hidden state" from one step to the next.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During training, gradients must be propagated back through every time step (Backpropagation Through Time).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 long sequences, these gradients are multiplied repeatedly; if they are small, they "vanish" to zero.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Result: Standard RNNs "forget" the beginning of a long sentence or pattern. </a:t>
            </a:r>
          </a:p>
        </p:txBody>
      </p:sp>
    </p:spTree>
    <p:extLst>
      <p:ext uri="{BB962C8B-B14F-4D97-AF65-F5344CB8AC3E}">
        <p14:creationId xmlns:p14="http://schemas.microsoft.com/office/powerpoint/2010/main" val="2830722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4" name="Rectangle 3083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2626D-713A-C10C-ED88-C2F8C4CE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/>
              <a:t>LSTMs &amp; GRUs: Gating the Memory</a:t>
            </a:r>
            <a:endParaRPr lang="en-US" dirty="0"/>
          </a:p>
        </p:txBody>
      </p: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 descr="LSTMs with PyTorch with an Example Application | by Alok | Towards AI">
            <a:extLst>
              <a:ext uri="{FF2B5EF4-FFF2-40B4-BE49-F238E27FC236}">
                <a16:creationId xmlns:a16="http://schemas.microsoft.com/office/drawing/2014/main" id="{8DA55A6A-E7C5-BB41-5915-9869AE266A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098" y="3009011"/>
            <a:ext cx="5723164" cy="315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D0DBEFC-A003-3406-97D2-1AB426F2AF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64960" y="2346960"/>
            <a:ext cx="4819903" cy="3775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LSTM (Long Short-Term Memory)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Uses three "gates" (Forget, Input, Output) to regulate information flow.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Forget Gate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Decides which part of the long-term memory is no longer relevant and should be erased.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GRU (Gated Recurrent Unit)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A simplified, faster version of LSTM that merges gates but maintains similar performance.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These architectures allow the network to keep relevant information across hundreds of time steps.</a:t>
            </a:r>
          </a:p>
        </p:txBody>
      </p:sp>
    </p:spTree>
    <p:extLst>
      <p:ext uri="{BB962C8B-B14F-4D97-AF65-F5344CB8AC3E}">
        <p14:creationId xmlns:p14="http://schemas.microsoft.com/office/powerpoint/2010/main" val="77784584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232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Calisto MT</vt:lpstr>
      <vt:lpstr>Univers Condensed</vt:lpstr>
      <vt:lpstr>ChronicleVTI</vt:lpstr>
      <vt:lpstr>Sequence Data: Why Order Matters</vt:lpstr>
      <vt:lpstr>Vanishing Gradients: The Memory Limit </vt:lpstr>
      <vt:lpstr>LSTMs &amp; GRUs: Gating the Memory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2026-05-06T10:24:21Z</dcterms:created>
  <dcterms:modified xsi:type="dcterms:W3CDTF">2026-05-06T10:53:36Z</dcterms:modified>
</cp:coreProperties>
</file>