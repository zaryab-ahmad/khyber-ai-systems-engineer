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3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8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93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26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0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5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0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4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8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69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06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5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B8D577-336D-4DE0-B777-3D6C33218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BDAAA3-C067-40DD-B017-DF7D5068B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6095998" cy="3429000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EED8C3-EE63-42CE-BB12-AABCB9AE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EFE36E-C601-44B8-82B8-52F97EE93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FBF3F-85F6-9096-0A3C-E0D76B4DD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4" y="554893"/>
            <a:ext cx="10769600" cy="2547816"/>
          </a:xfrm>
        </p:spPr>
        <p:txBody>
          <a:bodyPr>
            <a:normAutofit/>
          </a:bodyPr>
          <a:lstStyle/>
          <a:p>
            <a:r>
              <a:rPr lang="en-US" dirty="0"/>
              <a:t>Chain-of-Thought (</a:t>
            </a:r>
            <a:r>
              <a:rPr lang="en-US"/>
              <a:t>CoT</a:t>
            </a:r>
            <a:r>
              <a:rPr lang="en-US" dirty="0"/>
              <a:t>): Step-by-Step Reasoning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458EE9-C477-EE04-6645-96BF8215B38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95569" y="3657185"/>
            <a:ext cx="4711318" cy="26459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Chain-of-Thought is a prompting technique that encourages the model to break down complex problems into intermediate steps.</a:t>
            </a:r>
          </a:p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By adding phrases like "Let’s think step by step," we force the AI to solve the logic before reaching a final conclusion.</a:t>
            </a:r>
          </a:p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is essential for solving math word problems, symbolic logic, and multi-step reasoning where "Zero-shot" (direct) answering often fails.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C8CF1-3F26-139B-CC8A-76FD9007E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327" y="3657185"/>
            <a:ext cx="5213638" cy="264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6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79CB98-976B-40EA-81C0-E41C11E7A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0FC428-98F2-41B0-859F-EC3A5A41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8CB245-097A-F54C-9A99-137A8624C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3" y="365125"/>
            <a:ext cx="5288718" cy="26638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Few-Shot Prompting: Learning from Examples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39616A-4179-52A8-2479-DE221AABA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41" y="3694814"/>
            <a:ext cx="4710681" cy="266153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9B66AAD-E2D6-4E63-A491-B5CA241C5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2" y="0"/>
            <a:ext cx="6095998" cy="6858000"/>
            <a:chOff x="6096002" y="-9073"/>
            <a:chExt cx="6095998" cy="686707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B608A2F-0FE5-4AD3-A12C-CEFA95192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971BD8E-CD34-4B44-B62F-AE81B7FF3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9A7A994C-C41A-A9E3-83FD-FD3BA5D3C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0671" y="649432"/>
            <a:ext cx="5301307" cy="5527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Instead of just giving a command, we provide the model with a few examples of the desired input-output behavior.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Zero-shot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No examples given.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One-shot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single example provided.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Few-shot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Multiple examples given to refine tone, format, and logic.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This helps the model understand complex patterns or specialized formatting without fine-tuning.</a:t>
            </a:r>
          </a:p>
        </p:txBody>
      </p:sp>
    </p:spTree>
    <p:extLst>
      <p:ext uri="{BB962C8B-B14F-4D97-AF65-F5344CB8AC3E}">
        <p14:creationId xmlns:p14="http://schemas.microsoft.com/office/powerpoint/2010/main" val="169593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317ADF9C-7729-43E0-B44E-3392C2BD0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C264CE6C-E4DD-47B0-947A-FE4B1135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88650-F183-BED1-86BC-891EF97F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252571" cy="2766449"/>
          </a:xfrm>
        </p:spPr>
        <p:txBody>
          <a:bodyPr>
            <a:normAutofit/>
          </a:bodyPr>
          <a:lstStyle/>
          <a:p>
            <a:r>
              <a:rPr lang="en-US" sz="5000"/>
              <a:t>System Prompts: Identity and Constraints</a:t>
            </a:r>
          </a:p>
        </p:txBody>
      </p:sp>
      <p:pic>
        <p:nvPicPr>
          <p:cNvPr id="3075" name="Picture 3" descr="The Claude Prompting Playbook That Replaced My Entire Workflow — 12  Battle-Tested System Prompts, Zero Fluff (Copy-Paste Ready) | by Anup  Karanjkar | Apr, 2026 | Medium">
            <a:extLst>
              <a:ext uri="{FF2B5EF4-FFF2-40B4-BE49-F238E27FC236}">
                <a16:creationId xmlns:a16="http://schemas.microsoft.com/office/drawing/2014/main" id="{39EE976C-02F3-3837-CE29-0F90CAC8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r="2" b="2"/>
          <a:stretch>
            <a:fillRect/>
          </a:stretch>
        </p:blipFill>
        <p:spPr bwMode="auto">
          <a:xfrm>
            <a:off x="20" y="3429000"/>
            <a:ext cx="609597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5F9B284-F41E-9C62-24C8-521B2E3F88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23702" y="365125"/>
            <a:ext cx="4830097" cy="58118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System Prompt (or System Message) acts as the "master instruction" for the LLM.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sets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Identity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(e.g., "You are a strict medical auditor")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Constraints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(e.g., "Never use jargon" or "Keep responses under 50 words").</a:t>
            </a:r>
          </a:p>
          <a:p>
            <a:pPr marL="285750" marR="0" lvl="0" indent="-28575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It provides a consistent framework for how the model should interact with the user throughout the session.</a:t>
            </a:r>
          </a:p>
        </p:txBody>
      </p:sp>
    </p:spTree>
    <p:extLst>
      <p:ext uri="{BB962C8B-B14F-4D97-AF65-F5344CB8AC3E}">
        <p14:creationId xmlns:p14="http://schemas.microsoft.com/office/powerpoint/2010/main" val="490537045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222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Avenir Next LT Pro</vt:lpstr>
      <vt:lpstr>Bahnschrift</vt:lpstr>
      <vt:lpstr>MatrixVTI</vt:lpstr>
      <vt:lpstr>Chain-of-Thought (CoT): Step-by-Step Reasoning</vt:lpstr>
      <vt:lpstr>Few-Shot Prompting: Learning from Examples</vt:lpstr>
      <vt:lpstr>System Prompts: Identity and Constraints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2026-05-07T10:32:08Z</dcterms:created>
  <dcterms:modified xsi:type="dcterms:W3CDTF">2026-05-07T10:51:49Z</dcterms:modified>
</cp:coreProperties>
</file>