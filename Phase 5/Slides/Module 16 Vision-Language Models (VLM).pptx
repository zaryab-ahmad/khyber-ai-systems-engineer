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3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7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5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9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9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4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8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1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0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2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2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0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27BB6-9075-0C0F-14A7-FC772CCCD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678" y="548640"/>
            <a:ext cx="10872216" cy="11338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CLIP: The Bridge Between Pixels and Words</a:t>
            </a:r>
          </a:p>
        </p:txBody>
      </p:sp>
      <p:pic>
        <p:nvPicPr>
          <p:cNvPr id="1027" name="Picture 3" descr="CLIP (Contrastive Language-Image Pretraining) - GeeksforGeeks">
            <a:extLst>
              <a:ext uri="{FF2B5EF4-FFF2-40B4-BE49-F238E27FC236}">
                <a16:creationId xmlns:a16="http://schemas.microsoft.com/office/drawing/2014/main" id="{5C6E4F4F-4220-A642-8F40-37823806B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" y="1792223"/>
            <a:ext cx="6113926" cy="305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BC1149A-56AA-5C55-C98F-ECB87B3A34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177176" y="1792224"/>
            <a:ext cx="4307527" cy="4517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Developed by OpenAI,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CLIP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teaches AI to understand images by reading their captions.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It uses two encoders: one for images and one for text.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Contrastive Learning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The model is trained to "pull" matching image-text pairs close together in mathematical space while "pushing" non-matching pairs apart.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This allows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Zero-Shot Classification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, where a model can identify an object it was never explicitly trained on simply by understanding the description.</a:t>
            </a:r>
          </a:p>
        </p:txBody>
      </p:sp>
    </p:spTree>
    <p:extLst>
      <p:ext uri="{BB962C8B-B14F-4D97-AF65-F5344CB8AC3E}">
        <p14:creationId xmlns:p14="http://schemas.microsoft.com/office/powerpoint/2010/main" val="16707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1997C-3C5D-EFCF-C94E-6B4C8709C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VQA: Conversing with Images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03F46E-7D24-FF98-CD11-52DDC0456B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VQA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allows models like GPT-4o or Llama-Vision to "see" an image and answer complex questions about it.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It’s not just tagging (e.g., "Dog"); it’s reasoning (e.g., "Is the dog's leash tied to the bench?").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Applications range from medical diagnostics (analyzing X-rays) to accessibility tools for the visually impaired.</a:t>
            </a:r>
          </a:p>
        </p:txBody>
      </p:sp>
      <p:pic>
        <p:nvPicPr>
          <p:cNvPr id="2051" name="Picture 3" descr="All about VQA: Visual Question Answering — Part 1: A Gentle Introduction |  by Miko AI | Miko Engineering Blog">
            <a:extLst>
              <a:ext uri="{FF2B5EF4-FFF2-40B4-BE49-F238E27FC236}">
                <a16:creationId xmlns:a16="http://schemas.microsoft.com/office/drawing/2014/main" id="{44054165-9EC2-60DA-2960-7C1D27B7E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1261" y="2151985"/>
            <a:ext cx="5837780" cy="255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46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B8932-1CD9-8EA4-3FE2-29864917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/>
              <a:t>Multimodal Transformers: Shared Intelligence</a:t>
            </a:r>
          </a:p>
        </p:txBody>
      </p:sp>
      <p:pic>
        <p:nvPicPr>
          <p:cNvPr id="3075" name="Picture 3" descr="Multimodal Learning With Transformers: A Survey | by Eleventh Hour  Enthusiast | Medium">
            <a:extLst>
              <a:ext uri="{FF2B5EF4-FFF2-40B4-BE49-F238E27FC236}">
                <a16:creationId xmlns:a16="http://schemas.microsoft.com/office/drawing/2014/main" id="{204E89A4-228D-BB94-5259-D8FC39B95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678" y="2441274"/>
            <a:ext cx="5173647" cy="233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0A32BC4-7ACD-6C6F-6099-4C9B9E36E5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441273"/>
            <a:ext cx="5385816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Multimodal Transformer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processes both pixels and text tokens in the same mathematical "engine."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Images are broken into small "patches" (Visual Tokens), which the Transformer treats just like words in a sentence.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unified architecture allows the model to find deep cross-modal relationships that traditional separate models would miss.</a:t>
            </a:r>
          </a:p>
        </p:txBody>
      </p:sp>
    </p:spTree>
    <p:extLst>
      <p:ext uri="{BB962C8B-B14F-4D97-AF65-F5344CB8AC3E}">
        <p14:creationId xmlns:p14="http://schemas.microsoft.com/office/powerpoint/2010/main" val="364996660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221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CLIP: The Bridge Between Pixels and Words</vt:lpstr>
      <vt:lpstr>VQA: Conversing with Images</vt:lpstr>
      <vt:lpstr>Multimodal Transformers: Shared Intelligence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2026-05-07T10:22:02Z</dcterms:created>
  <dcterms:modified xsi:type="dcterms:W3CDTF">2026-05-07T10:28:51Z</dcterms:modified>
</cp:coreProperties>
</file>