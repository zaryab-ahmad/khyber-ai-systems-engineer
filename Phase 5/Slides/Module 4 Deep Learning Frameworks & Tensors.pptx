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69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0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15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1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7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2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5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26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1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7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4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88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40DD3-2914-1D7F-1BB0-4CDF3A901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9"/>
            <a:ext cx="6126479" cy="2450592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Tensor Operations: Moving Beyond NumPy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212684-FED7-99E1-72A1-39C7DDBF42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1207" y="3189515"/>
            <a:ext cx="6123141" cy="28583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Tensors are the fundamental data structure in deep learning, similar to NumPy arrays but with specialized capabilities.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Deep learning frameworks allow for efficient management of memory between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CPU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GPU (CUDA)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Moving computations to the GPU provides the massive parallelization needed for training large models.</a:t>
            </a:r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6270D10B-6EA2-89DB-412E-A83B81393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 descr="Tensors 101: The Building Blocks of PyTorch | by Sanat Ladkat | Python in  Plain English">
            <a:extLst>
              <a:ext uri="{FF2B5EF4-FFF2-40B4-BE49-F238E27FC236}">
                <a16:creationId xmlns:a16="http://schemas.microsoft.com/office/drawing/2014/main" id="{4AC5C7D6-98AF-9683-5486-FAE47364E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62219" y="3112469"/>
            <a:ext cx="4528232" cy="306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Rectangle 1035">
            <a:extLst>
              <a:ext uri="{FF2B5EF4-FFF2-40B4-BE49-F238E27FC236}">
                <a16:creationId xmlns:a16="http://schemas.microsoft.com/office/drawing/2014/main" id="{C0301BA4-10E6-44CC-9EEC-727EDF3BC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61513" y="6300216"/>
            <a:ext cx="452183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13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A9892-10BE-FF48-43E4-B1C2D400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Autograd</a:t>
            </a:r>
            <a:r>
              <a:rPr lang="en-US" dirty="0"/>
              <a:t>: The Engine of Learning</a:t>
            </a:r>
            <a:endParaRPr lang="en-US"/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051" name="Picture 3" descr="Understanding PyTorch Autograd vs AOTAutograd">
            <a:extLst>
              <a:ext uri="{FF2B5EF4-FFF2-40B4-BE49-F238E27FC236}">
                <a16:creationId xmlns:a16="http://schemas.microsoft.com/office/drawing/2014/main" id="{C6CD98EA-5924-039E-72C2-E5D658258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812419"/>
            <a:ext cx="6281928" cy="353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A2C81F5-62FA-9A8A-33CC-1B78CB91BE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7224" y="1088136"/>
            <a:ext cx="4160520" cy="5257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 our primary framework for tracking mathematical operations.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Autograd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automatically calculates the gradients (derivatives) required for backpropagation.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By tracking every operation, the framework can automatically calculate how to update weights without manual calculus. </a:t>
            </a:r>
          </a:p>
        </p:txBody>
      </p:sp>
    </p:spTree>
    <p:extLst>
      <p:ext uri="{BB962C8B-B14F-4D97-AF65-F5344CB8AC3E}">
        <p14:creationId xmlns:p14="http://schemas.microsoft.com/office/powerpoint/2010/main" val="303395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96A61-372B-BDC5-C739-4D8B6675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Computational Graphs: Static vs. Dynamic </a:t>
            </a:r>
            <a:endParaRPr lang="en-US"/>
          </a:p>
        </p:txBody>
      </p:sp>
      <p:sp>
        <p:nvSpPr>
          <p:cNvPr id="3082" name="Rectangle 308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4" name="Rectangle 308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3075" name="Picture 3" descr="Illustration of Static vs. Dynamic graphs: a static graph remains... |  Download Scientific Diagram">
            <a:extLst>
              <a:ext uri="{FF2B5EF4-FFF2-40B4-BE49-F238E27FC236}">
                <a16:creationId xmlns:a16="http://schemas.microsoft.com/office/drawing/2014/main" id="{A87DA4E1-5B16-53B1-BA60-C43ABFF07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429691"/>
            <a:ext cx="4535908" cy="391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3053A2F-EBE1-EF57-27ED-388F3C6348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7224" y="1088136"/>
            <a:ext cx="4160520" cy="5257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computational graph is a directed graph where nodes are operations and edges are tensors.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Static Graphs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The graph is defined and compiled once (common in older TensorFlow).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Dynamic Graphs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builds the graph "on the fly" during execution, making debugging much easier and logic more flexible. </a:t>
            </a:r>
          </a:p>
        </p:txBody>
      </p:sp>
    </p:spTree>
    <p:extLst>
      <p:ext uri="{BB962C8B-B14F-4D97-AF65-F5344CB8AC3E}">
        <p14:creationId xmlns:p14="http://schemas.microsoft.com/office/powerpoint/2010/main" val="174184032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166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Bierstadt</vt:lpstr>
      <vt:lpstr>GestaltVTI</vt:lpstr>
      <vt:lpstr>Tensor Operations: Moving Beyond NumPy</vt:lpstr>
      <vt:lpstr>Autograd: The Engine of Learning</vt:lpstr>
      <vt:lpstr>Computational Graphs: Static vs. Dynamic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2026-05-06T06:23:39Z</dcterms:created>
  <dcterms:modified xsi:type="dcterms:W3CDTF">2026-05-06T06:46:27Z</dcterms:modified>
</cp:coreProperties>
</file>