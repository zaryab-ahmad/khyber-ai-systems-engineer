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74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3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1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55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874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30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349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73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01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67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5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7915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B4D0E555-16F6-44D0-BF56-AF5FF5BDE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8117041D-1A7B-4ECA-AB68-3CFDB6726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6220" y="0"/>
            <a:ext cx="4641314" cy="6858000"/>
          </a:xfrm>
          <a:prstGeom prst="rect">
            <a:avLst/>
          </a:prstGeom>
          <a:solidFill>
            <a:srgbClr val="39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5550B-B250-BE14-334A-887583A3A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869" y="640080"/>
            <a:ext cx="3659246" cy="2862699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Instruction Fine-Tuning (SFT): Learning to Follow Command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A7735B-84F9-DDB5-BF76-0A5228CBEE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6830" y="3824516"/>
            <a:ext cx="3973284" cy="265248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Pre-trained models are essentially "document completers" that predict the next token based on a massive corpus. </a:t>
            </a: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Supervised Fine-Tuning (SFT)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teaches the model to act as an assistant by training it on specific {Instruction, Response} pairs. </a:t>
            </a:r>
          </a:p>
          <a:p>
            <a:pPr marL="285750" marR="0" lvl="0" indent="-28575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This process enables the model to understand the context of a user's command and provide a direct, helpful answer. </a:t>
            </a:r>
          </a:p>
        </p:txBody>
      </p:sp>
      <p:cxnSp>
        <p:nvCxnSpPr>
          <p:cNvPr id="1043" name="Straight Connector 1042">
            <a:extLst>
              <a:ext uri="{FF2B5EF4-FFF2-40B4-BE49-F238E27FC236}">
                <a16:creationId xmlns:a16="http://schemas.microsoft.com/office/drawing/2014/main" id="{ABCD2462-4C1E-401A-AC2D-F799A138B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852" y="3663649"/>
            <a:ext cx="3383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What is Instruction Fine-Tuning for Language Tasks? - AIML.com">
            <a:extLst>
              <a:ext uri="{FF2B5EF4-FFF2-40B4-BE49-F238E27FC236}">
                <a16:creationId xmlns:a16="http://schemas.microsoft.com/office/drawing/2014/main" id="{081B2484-13DF-E3FB-0B09-056009563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82335" y="1671813"/>
            <a:ext cx="6275667" cy="351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0060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E013-0FDC-7FDB-C916-FD8FA16F1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 sz="4700"/>
              <a:t>RLHF: Making AI Safe and Helpful </a:t>
            </a:r>
          </a:p>
        </p:txBody>
      </p:sp>
      <p:pic>
        <p:nvPicPr>
          <p:cNvPr id="2051" name="Picture 3" descr="Reinforcement Learning from Human Feedback (RLHF): The Key to Building  Smarter, Human-Centric AI Systems">
            <a:extLst>
              <a:ext uri="{FF2B5EF4-FFF2-40B4-BE49-F238E27FC236}">
                <a16:creationId xmlns:a16="http://schemas.microsoft.com/office/drawing/2014/main" id="{22B31D7D-6847-6DC5-AAD6-83E02D6A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92" y="1830288"/>
            <a:ext cx="5115347" cy="287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4044" y="2246569"/>
            <a:ext cx="457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1868C387-860A-B025-35C4-7F68A13F20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407436"/>
            <a:ext cx="5127172" cy="3461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RLHF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stands for Reinforcement Learning from Human Feedback.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Humans rank multiple model-generated responses to help the model understand which answers are better or safer.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feedback trains a "Reward Model," which is then used to optimize the LLM's behavior so it aligns with human values.</a:t>
            </a: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9AA76026-5689-4584-8D93-D71D739E6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1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3079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38DB61-2F3A-4429-6B7D-E44F3713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516835"/>
            <a:ext cx="3448259" cy="1666501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LoRA: Efficient Tuning on Local Hardware </a:t>
            </a:r>
          </a:p>
        </p:txBody>
      </p:sp>
      <p:cxnSp>
        <p:nvCxnSpPr>
          <p:cNvPr id="3082" name="Straight Connector 3081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686" y="2353592"/>
            <a:ext cx="329184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9A97EF4-C337-9B3D-B4CA-E0B74970D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467" y="2546224"/>
            <a:ext cx="3448259" cy="33427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PEFT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(Parameter-Efficient Fine-Tuning) allows for tuning massive models without updating all billions of parameters.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LoRA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(Low-Rank Adaptation) works by freezing the original pre-trained weights and adding small, trainable "adapter" matrices. 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This drastically reduces memory requirements, making it possible to fine-tune a giant model on a cheap, local GPU.</a:t>
            </a:r>
          </a:p>
        </p:txBody>
      </p:sp>
      <p:pic>
        <p:nvPicPr>
          <p:cNvPr id="3075" name="Picture 3" descr="Efficient LLM Fine-tuning with LoRA (Low-Rank Adaptation) - Zilliz Learn">
            <a:extLst>
              <a:ext uri="{FF2B5EF4-FFF2-40B4-BE49-F238E27FC236}">
                <a16:creationId xmlns:a16="http://schemas.microsoft.com/office/drawing/2014/main" id="{F19F9505-A5CA-E00B-B5C8-193C7D75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40" r="1013"/>
          <a:stretch>
            <a:fillRect/>
          </a:stretch>
        </p:blipFill>
        <p:spPr bwMode="auto">
          <a:xfrm>
            <a:off x="4654296" y="10"/>
            <a:ext cx="753770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33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198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Nova Light</vt:lpstr>
      <vt:lpstr>Bembo</vt:lpstr>
      <vt:lpstr>Calibri</vt:lpstr>
      <vt:lpstr>RetrospectVTI</vt:lpstr>
      <vt:lpstr>Instruction Fine-Tuning (SFT): Learning to Follow Command</vt:lpstr>
      <vt:lpstr>RLHF: Making AI Safe and Helpful </vt:lpstr>
      <vt:lpstr>LoRA: Efficient Tuning on Local Hardware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2026-05-06T11:52:05Z</dcterms:created>
  <dcterms:modified xsi:type="dcterms:W3CDTF">2026-05-06T12:03:36Z</dcterms:modified>
</cp:coreProperties>
</file>