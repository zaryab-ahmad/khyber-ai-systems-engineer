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7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1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7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3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4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2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4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3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7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7DB09-FCF4-6E92-38BD-5194C0088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Semantic Segmentation: Every Pixel Counts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EADBD-8A0A-90E9-BD5A-603D132381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4354633"/>
            <a:ext cx="10930563" cy="17065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Semantic Segmentation is the process of pixel-level classification, where every single pixel in an image is assigned a category label.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U-Net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architecture is the gold standard for this task, particularly in medical and scientific fields.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Unlike classification, the output of a segmentation model is a "mask"—a 2D grid of the same size as the input image.</a:t>
            </a:r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7" name="Picture 3" descr="Image Segmentation in Computer Vision [Updated 2024] | Encord">
            <a:extLst>
              <a:ext uri="{FF2B5EF4-FFF2-40B4-BE49-F238E27FC236}">
                <a16:creationId xmlns:a16="http://schemas.microsoft.com/office/drawing/2014/main" id="{1FA55D31-5442-0C2D-936F-19B5B3302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154" y="965741"/>
            <a:ext cx="7551931" cy="23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93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1A3EE-B7B5-BC10-0F35-BBBA6FEF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Skip Connections: Recovering the Fine Details </a:t>
            </a: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3" name="Picture 5" descr="Understanding U-Net | Towards Data Science">
            <a:extLst>
              <a:ext uri="{FF2B5EF4-FFF2-40B4-BE49-F238E27FC236}">
                <a16:creationId xmlns:a16="http://schemas.microsoft.com/office/drawing/2014/main" id="{E6C3E93C-3EDB-F37E-20EF-3054D9255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6143236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661F3AC-DED0-8C93-E6C2-EC20BCE8B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U-Net consists of a contracting path (Encoder) to capture context and a symmetric expanding path (Decoder) to enable precise localization.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As images are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downsampled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the encoder, fine spatial information is often lost.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Skip Connections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solve this by passing high-resolution feature maps from the encoder directly to the corresponding layers in the decoder.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allows the model to recover spatial detail, which is critical for creating high-precision masks in medical scans. </a:t>
            </a:r>
          </a:p>
        </p:txBody>
      </p:sp>
    </p:spTree>
    <p:extLst>
      <p:ext uri="{BB962C8B-B14F-4D97-AF65-F5344CB8AC3E}">
        <p14:creationId xmlns:p14="http://schemas.microsoft.com/office/powerpoint/2010/main" val="90860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3" name="Rectangle 309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979B0-764D-4310-386A-8FFD2BA0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Dice Loss and Jaccard Index</a:t>
            </a:r>
            <a:endParaRPr lang="en-US"/>
          </a:p>
        </p:txBody>
      </p:sp>
      <p:sp>
        <p:nvSpPr>
          <p:cNvPr id="3095" name="Freeform: Shape 309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9" name="Picture 7" descr="Most commonly used overlap-based segmentation metrics: (a) the Dice... |  Download Scientific Diagram">
            <a:extLst>
              <a:ext uri="{FF2B5EF4-FFF2-40B4-BE49-F238E27FC236}">
                <a16:creationId xmlns:a16="http://schemas.microsoft.com/office/drawing/2014/main" id="{F9E15C8E-ED2B-6A81-6A5A-5F233F16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451692"/>
            <a:ext cx="5639091" cy="376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77676DB-B79F-0A7B-0A2E-002B993B65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 segmentation, standard accuracy is often misleading because the background usually takes up 99% of the pixels.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Dice Loss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Specifically designed to measure the overlap between the predicted mask and the ground truth.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Jaccard Index (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IoU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Another precision metric used instead of standard accuracy to evaluate how well the predicted mask matches the target.</a:t>
            </a:r>
          </a:p>
        </p:txBody>
      </p:sp>
    </p:spTree>
    <p:extLst>
      <p:ext uri="{BB962C8B-B14F-4D97-AF65-F5344CB8AC3E}">
        <p14:creationId xmlns:p14="http://schemas.microsoft.com/office/powerpoint/2010/main" val="11036015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Semantic Segmentation: Every Pixel Counts </vt:lpstr>
      <vt:lpstr>Skip Connections: Recovering the Fine Details </vt:lpstr>
      <vt:lpstr>Dice Loss and Jaccard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2026-05-06T09:53:31Z</dcterms:created>
  <dcterms:modified xsi:type="dcterms:W3CDTF">2026-05-06T10:24:06Z</dcterms:modified>
</cp:coreProperties>
</file>