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5" d="100"/>
          <a:sy n="45" d="100"/>
        </p:scale>
        <p:origin x="600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303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46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41" name="Rectangle 104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1C39E7-7672-A6E6-6B37-A0DFBE457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14399"/>
            <a:ext cx="10847494" cy="11710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Tokenization: From Text to Numerical IDs</a:t>
            </a:r>
          </a:p>
        </p:txBody>
      </p:sp>
      <p:pic>
        <p:nvPicPr>
          <p:cNvPr id="1027" name="Picture 3" descr="Understanding Tokenization in NLP | by Wei-Meng Lee | AI Advances">
            <a:extLst>
              <a:ext uri="{FF2B5EF4-FFF2-40B4-BE49-F238E27FC236}">
                <a16:creationId xmlns:a16="http://schemas.microsoft.com/office/drawing/2014/main" id="{8F59A0BF-D41C-3083-84D7-21A01406A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3070420"/>
            <a:ext cx="5648193" cy="2132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B9A37BA-EE9B-37DA-C5D5-36A690F287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915150" y="1850571"/>
            <a:ext cx="4563618" cy="43434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285750" marR="0" lvl="0" indent="-28575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Tokenization is the process of breaking down raw text into smaller units called "tokens" so computers can process them. </a:t>
            </a:r>
          </a:p>
          <a:p>
            <a:pPr marL="285750" marR="0" lvl="0" indent="-28575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Word Tokenization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: Each unique word is assigned a specific integer ID. </a:t>
            </a:r>
          </a:p>
          <a:p>
            <a:pPr marL="285750" marR="0" lvl="0" indent="-28575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Character Tokenization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: Each individual letter is treated as a token, which helps with spelling but loses semantic meaning. </a:t>
            </a:r>
          </a:p>
          <a:p>
            <a:pPr marL="285750" marR="0" lvl="0" indent="-28575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BPE (Byte Pair Encoding)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: A sub-word tokenization method used by modern LLMs to handle rare words and prevent "out-of-vocabulary" errors.</a:t>
            </a:r>
          </a:p>
        </p:txBody>
      </p: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064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76D32B-DA83-9E79-1147-EC671CFFF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841" y="1371600"/>
            <a:ext cx="3250069" cy="269686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Word Vectors: Turning Words into Mathematics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7635A6-279D-6557-CF31-91EA06CF0C1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10842" y="4686695"/>
            <a:ext cx="9349158" cy="136765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Word Vectors represent text as coordinates in high-dimensional space. </a:t>
            </a:r>
          </a:p>
          <a:p>
            <a:pPr marL="285750" marR="0" lvl="0" indent="-285750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Word2Vec &amp;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GloVe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These are traditional algorithms that turn words into math based on their neighboring words in a dataset. </a:t>
            </a:r>
          </a:p>
          <a:p>
            <a:pPr marL="285750" marR="0" lvl="0" indent="-285750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Unlike simple IDs, these vectors capture semantic relationships (e.g., the distance between "King" and "Queen" is similar to "Man" and "Woman").</a:t>
            </a:r>
          </a:p>
        </p:txBody>
      </p:sp>
      <p:cxnSp>
        <p:nvCxnSpPr>
          <p:cNvPr id="2058" name="Straight Connector 2057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 descr="A math-first explanation of Word2Vec | by Ankur Tomar | Analytics Vidhya |  Medium">
            <a:extLst>
              <a:ext uri="{FF2B5EF4-FFF2-40B4-BE49-F238E27FC236}">
                <a16:creationId xmlns:a16="http://schemas.microsoft.com/office/drawing/2014/main" id="{81A4745C-21C6-F7C9-6217-B043D498D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62141" y="1985883"/>
            <a:ext cx="7086286" cy="249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3934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BE5551-066C-D0A3-ED7B-C2476ED7BE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573" y="1371600"/>
            <a:ext cx="3250069" cy="269686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/>
              <a:t>Latent Space: Visualizing Meaning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1F76C2-6310-F7CE-EB99-85C0DB0EC30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40949" y="4532626"/>
            <a:ext cx="10660463" cy="17110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285750" marR="0" lvl="0" indent="-285750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"Latent Space" is the mathematical map where all word vectors live. </a:t>
            </a:r>
          </a:p>
          <a:p>
            <a:pPr marL="285750" marR="0" lvl="0" indent="-285750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AI understands context by placing related words like "Doctor" and "Hospital" close to each other mathematically. </a:t>
            </a:r>
          </a:p>
          <a:p>
            <a:pPr marL="285750" marR="0" lvl="0" indent="-285750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By calculating the distance between vectors, the AI can determine how similar two pieces of text are.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79D7B61-B8CC-2A4D-1AF5-C23476C08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756" y="746772"/>
            <a:ext cx="6730409" cy="378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35723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221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Grandview Display</vt:lpstr>
      <vt:lpstr>DashVTI</vt:lpstr>
      <vt:lpstr>Tokenization: From Text to Numerical IDs</vt:lpstr>
      <vt:lpstr>Word Vectors: Turning Words into Mathematics</vt:lpstr>
      <vt:lpstr>Latent Space: Visualizing Meaning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2026-05-06T10:56:48Z</dcterms:created>
  <dcterms:modified xsi:type="dcterms:W3CDTF">2026-05-06T11:20:32Z</dcterms:modified>
</cp:coreProperties>
</file>