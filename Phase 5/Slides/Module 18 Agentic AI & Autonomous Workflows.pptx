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64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8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2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0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9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4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8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1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1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2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00002-1575-FAFB-2D58-507E064CB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0473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/>
              <a:t>Tool Use &amp; Function Calling: The AI's Hands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AED366-69EE-A945-6A71-044A320C0C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870" y="3605350"/>
            <a:ext cx="6141545" cy="26011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LLMs are naturally "stuck" in their training data; Tool Use allows them to interact with the real world in real-time.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Function Calling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 model detects when it needs a tool and generates structured data (like JSON) to call a function (e.g., a Calculator or a Database).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allows the AI to perform specific actions like searching the web, executing code, or checking a user's calendar.</a:t>
            </a: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Function calling | OpenAI API">
            <a:extLst>
              <a:ext uri="{FF2B5EF4-FFF2-40B4-BE49-F238E27FC236}">
                <a16:creationId xmlns:a16="http://schemas.microsoft.com/office/drawing/2014/main" id="{6329786E-43D8-EB49-3F7D-2BDFCF492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0695" y="657369"/>
            <a:ext cx="3744507" cy="538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69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7B8BF-FCFF-2D67-1E50-3FE7FB187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sz="4100"/>
              <a:t>Multi-Agent Systems: </a:t>
            </a:r>
            <a:r>
              <a:rPr lang="en-US" sz="4100" err="1"/>
              <a:t>CrewAI</a:t>
            </a:r>
            <a:r>
              <a:rPr lang="en-US" sz="4100"/>
              <a:t> and </a:t>
            </a:r>
            <a:r>
              <a:rPr lang="en-US" sz="4100" err="1"/>
              <a:t>LangChain</a:t>
            </a:r>
            <a:endParaRPr lang="en-US" sz="4100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1" name="Picture 3" descr="CrewAI vs LangChain: Complete Developer Comparison">
            <a:extLst>
              <a:ext uri="{FF2B5EF4-FFF2-40B4-BE49-F238E27FC236}">
                <a16:creationId xmlns:a16="http://schemas.microsoft.com/office/drawing/2014/main" id="{F7E0FD0D-EBC8-069C-2CFC-3D611D2F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749818"/>
            <a:ext cx="5639091" cy="317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1ED4193-CA6D-1281-2835-7B5C252E90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Instead of asking one AI to do everything, we assign specific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(e.g., Researcher, Writer, Quality Analyst).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Frameworks like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CrewAI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manage the "handoffs" and communication between these agents.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collaborative approach reduces errors and allows for complex, multi-stage workflows that mimic a human team.</a:t>
            </a:r>
          </a:p>
        </p:txBody>
      </p:sp>
    </p:spTree>
    <p:extLst>
      <p:ext uri="{BB962C8B-B14F-4D97-AF65-F5344CB8AC3E}">
        <p14:creationId xmlns:p14="http://schemas.microsoft.com/office/powerpoint/2010/main" val="3694159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0A84D-A2FC-86D1-FD47-F89B2A9D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Planning &amp; Memory: Achieving Long-Term Goals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AB6D7D-B397-4F75-1754-859E30450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8" y="2806209"/>
            <a:ext cx="5639091" cy="305920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76FAD0E-6F1B-3D1D-D592-A8DEDA4C2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Planning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 agent breaks a high-level goal into smaller, actionable tasks (Task Decomposition).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Pattern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 model follows a "Reason + Act" loop—it thinks about what to do, takes an action, observes the result, and iterates.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Memory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Agents use short-term memory (context window) and long-term memory (Vector DBs) to remember what they have already accomplished.</a:t>
            </a:r>
          </a:p>
        </p:txBody>
      </p:sp>
    </p:spTree>
    <p:extLst>
      <p:ext uri="{BB962C8B-B14F-4D97-AF65-F5344CB8AC3E}">
        <p14:creationId xmlns:p14="http://schemas.microsoft.com/office/powerpoint/2010/main" val="345282593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235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Bierstadt</vt:lpstr>
      <vt:lpstr>GestaltVTI</vt:lpstr>
      <vt:lpstr>Tool Use &amp; Function Calling: The AI's Hands</vt:lpstr>
      <vt:lpstr>Multi-Agent Systems: CrewAI and LangChain</vt:lpstr>
      <vt:lpstr>Planning &amp; Memory: Achieving Long-Term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2026-05-07T10:53:45Z</dcterms:created>
  <dcterms:modified xsi:type="dcterms:W3CDTF">2026-05-07T11:02:03Z</dcterms:modified>
</cp:coreProperties>
</file>