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986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406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80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90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712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817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614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855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65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667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114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2435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5D67320-FCFD-4931-AAF7-C6C853329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A6904D-6154-0473-E79B-9BFB60028E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908652"/>
            <a:ext cx="3620882" cy="1595062"/>
          </a:xfrm>
        </p:spPr>
        <p:txBody>
          <a:bodyPr anchor="t">
            <a:noAutofit/>
          </a:bodyPr>
          <a:lstStyle/>
          <a:p>
            <a:r>
              <a:rPr lang="en-US" sz="3200" dirty="0"/>
              <a:t>Module 2 - Agentic Tool Use &amp; Action Logic</a:t>
            </a:r>
            <a:endParaRPr lang="en-US" sz="32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19046DA-A404-226F-839D-36AE14217D7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03400" y="2688465"/>
            <a:ext cx="3380437" cy="357082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b" anchorCtr="0" compatLnSpc="1">
            <a:prstTxWarp prst="textNoShape">
              <a:avLst/>
            </a:prstTxWarp>
            <a:normAutofit lnSpcReduction="10000"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Moving from passive text generation to active environmental interaction. 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Function Calling: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Developing a library of Python tools (math, search, database) that agents can autonomously "choose" to execute. 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Tool Discovery: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Enabling agents to understand which tool fits a specific sub-task based on its description.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80D05596-1156-C372-930D-47D1CAA8D4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5" r="17876" b="1"/>
          <a:stretch>
            <a:fillRect/>
          </a:stretch>
        </p:blipFill>
        <p:spPr>
          <a:xfrm>
            <a:off x="4876158" y="10"/>
            <a:ext cx="731584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3978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1820AA-4969-F1F6-021F-ED50FE0CF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4023657"/>
            <a:ext cx="3794760" cy="2110444"/>
          </a:xfrm>
        </p:spPr>
        <p:txBody>
          <a:bodyPr>
            <a:normAutofit/>
          </a:bodyPr>
          <a:lstStyle/>
          <a:p>
            <a:r>
              <a:rPr lang="en-US" dirty="0"/>
              <a:t>Reasoning Patterns (</a:t>
            </a:r>
            <a:r>
              <a:rPr lang="en-US" dirty="0" err="1"/>
              <a:t>ReAct</a:t>
            </a:r>
            <a:r>
              <a:rPr lang="en-US" dirty="0"/>
              <a:t>)</a:t>
            </a:r>
          </a:p>
        </p:txBody>
      </p:sp>
      <p:pic>
        <p:nvPicPr>
          <p:cNvPr id="2051" name="Picture 3" descr="ReAct: Synergizing Reasoning and Acting in Language Models">
            <a:extLst>
              <a:ext uri="{FF2B5EF4-FFF2-40B4-BE49-F238E27FC236}">
                <a16:creationId xmlns:a16="http://schemas.microsoft.com/office/drawing/2014/main" id="{C4A0B7B8-561F-04DB-71BA-41181615B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3" r="2180"/>
          <a:stretch>
            <a:fillRect/>
          </a:stretch>
        </p:blipFill>
        <p:spPr bwMode="auto">
          <a:xfrm>
            <a:off x="800100" y="717656"/>
            <a:ext cx="10591800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58" name="Straight Connector 2057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76800" y="4114590"/>
            <a:ext cx="9818" cy="20195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2B04B26C-C239-3B1B-FAED-865405E9F7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50933" y="4088705"/>
            <a:ext cx="6135924" cy="209397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The Concept: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 Implementing the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Reason + Act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 loop.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Logic: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 Forcing the LLM to "think" and document its reasoning before triggering a tool.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Example: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 "I need to check the local weather before I recommend an outfit"</a:t>
            </a: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0867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0" name="Rectangle 307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75F51E-930E-0EF1-DD84-9CEEA9337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687812" cy="798194"/>
          </a:xfrm>
        </p:spPr>
        <p:txBody>
          <a:bodyPr>
            <a:normAutofit/>
          </a:bodyPr>
          <a:lstStyle/>
          <a:p>
            <a:r>
              <a:rPr lang="en-US" dirty="0"/>
              <a:t>Governance &amp; Safety</a:t>
            </a:r>
          </a:p>
        </p:txBody>
      </p:sp>
      <p:cxnSp>
        <p:nvCxnSpPr>
          <p:cNvPr id="3082" name="Straight Connector 3081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5" name="Picture 3" descr="Governance Challenges in Agent-Based AI Systems | Xuning Tang posted on the  topic | LinkedIn">
            <a:extLst>
              <a:ext uri="{FF2B5EF4-FFF2-40B4-BE49-F238E27FC236}">
                <a16:creationId xmlns:a16="http://schemas.microsoft.com/office/drawing/2014/main" id="{26A95362-AAA2-2BE9-BDB9-B4F8030AA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0100" y="2623821"/>
            <a:ext cx="6072188" cy="3385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8DDBFFC7-7EBF-2430-A628-65C768A1AD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00900" y="1849121"/>
            <a:ext cx="4191001" cy="413962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Human-in-the-Loop (HITL):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Designing "Approval Nodes" where the system pauses for human confirmation before executing high-risk actions.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Safe Sandbox Execution: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Running agent-generated code or terminal commands within isolated environments to prevent system damage.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Task 2 Deliverable: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A script where the AI calls a custom Python function only when necessary.</a:t>
            </a:r>
          </a:p>
        </p:txBody>
      </p:sp>
      <p:cxnSp>
        <p:nvCxnSpPr>
          <p:cNvPr id="3084" name="Straight Connector 3083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1954457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174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Calisto MT</vt:lpstr>
      <vt:lpstr>Google Sans Text</vt:lpstr>
      <vt:lpstr>Univers Condensed</vt:lpstr>
      <vt:lpstr>ChronicleVTI</vt:lpstr>
      <vt:lpstr>Module 2 - Agentic Tool Use &amp; Action Logic</vt:lpstr>
      <vt:lpstr>Reasoning Patterns (ReAct)</vt:lpstr>
      <vt:lpstr>Governance &amp; Safety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3</cp:revision>
  <dcterms:created xsi:type="dcterms:W3CDTF">2026-05-08T04:48:00Z</dcterms:created>
  <dcterms:modified xsi:type="dcterms:W3CDTF">2026-05-08T04:58:40Z</dcterms:modified>
</cp:coreProperties>
</file>