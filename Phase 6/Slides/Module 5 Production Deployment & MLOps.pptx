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04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9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1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31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5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3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15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6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6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06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6F5975-5491-CD2B-D509-208557F23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093" y="707571"/>
            <a:ext cx="3348297" cy="2241755"/>
          </a:xfrm>
        </p:spPr>
        <p:txBody>
          <a:bodyPr>
            <a:normAutofit/>
          </a:bodyPr>
          <a:lstStyle/>
          <a:p>
            <a:pPr algn="l"/>
            <a:r>
              <a:rPr lang="en-US" sz="3700" dirty="0"/>
              <a:t>Module 5 – Production Deployment &amp; </a:t>
            </a:r>
            <a:r>
              <a:rPr lang="en-US" sz="3700" dirty="0" err="1"/>
              <a:t>MLOps</a:t>
            </a:r>
            <a:endParaRPr lang="en-US" sz="37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09A7DB-8333-D506-E7F7-43D233DC68E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0074" y="3069771"/>
            <a:ext cx="3348297" cy="3080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Packaging and scaling AI systems for the real world.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AI environments are fragile. Differences in Python versions, libraries, or GPU drivers can crash a system during deployment.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Containerization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We wrap the entire stack—API, Agent logic, and Vector Database—into a single, immutable image.</a:t>
            </a:r>
          </a:p>
        </p:txBody>
      </p:sp>
      <p:pic>
        <p:nvPicPr>
          <p:cNvPr id="1027" name="Picture 3" descr="Machine Learning Operations (MLOps) For Beginners | Towards Data Science">
            <a:extLst>
              <a:ext uri="{FF2B5EF4-FFF2-40B4-BE49-F238E27FC236}">
                <a16:creationId xmlns:a16="http://schemas.microsoft.com/office/drawing/2014/main" id="{5DBEED23-D5A0-C084-EF5F-A5DB39D0F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4099" y="1217467"/>
            <a:ext cx="7390808" cy="441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55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614C3-2FC8-808B-7B25-F975AB23F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Multi-Container Orchestration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689D07-5BC0-503F-CD1E-60155B0397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584058"/>
            <a:ext cx="4621553" cy="31590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Docker Compose: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Managing the "Symphony." In production, your Agent API needs to talk to a Vector DB (like Qdrant or FAISS-Server).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Networking: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Docker Compose creates a private virtual network where these services communicate securely without exposing every port to the public internet.</a:t>
            </a:r>
          </a:p>
        </p:txBody>
      </p:sp>
      <p:pic>
        <p:nvPicPr>
          <p:cNvPr id="2051" name="Picture 3" descr="Container Orchestration?">
            <a:extLst>
              <a:ext uri="{FF2B5EF4-FFF2-40B4-BE49-F238E27FC236}">
                <a16:creationId xmlns:a16="http://schemas.microsoft.com/office/drawing/2014/main" id="{273E8EB4-71AE-130F-9783-A62F87EEB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1261" y="1531721"/>
            <a:ext cx="5837780" cy="379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80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Rectangle 3085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AB5FD-905A-889B-7951-C85C72F94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59" y="603504"/>
            <a:ext cx="523757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Quantization &amp; Observability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4F7E1B-9C7E-CE80-BD7C-BDF4332EBA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9758" y="2212848"/>
            <a:ext cx="5237577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Quantization (GGUF/AWQ):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Compressing Large Language Models by reducing the precision of weights (e.g., 16-bit to 4-bit) to enable low-latency hosting on standard hardware.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Observability: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Using "Traces" to see exactly which step an agent took before it failed. If an agent enters an infinite loop, observability is your only way to find the "why."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Task 5 Deliverable: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A docker-compose.yml that launches your entire Industrial AI system with one command.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079" name="Picture 7" descr="What is LLM Observability? - The Ultimate LLM Observability Guide -  Confident AI">
            <a:extLst>
              <a:ext uri="{FF2B5EF4-FFF2-40B4-BE49-F238E27FC236}">
                <a16:creationId xmlns:a16="http://schemas.microsoft.com/office/drawing/2014/main" id="{99AB97AC-1A76-C772-6DA6-B324BAEC2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4858" y="854576"/>
            <a:ext cx="4919650" cy="245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LLM Series - Quantization Overview | by Abonia Sojasingarayar | Medium">
            <a:extLst>
              <a:ext uri="{FF2B5EF4-FFF2-40B4-BE49-F238E27FC236}">
                <a16:creationId xmlns:a16="http://schemas.microsoft.com/office/drawing/2014/main" id="{E44932E2-F170-7876-F862-67B13FDAD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4858" y="3542235"/>
            <a:ext cx="3861872" cy="2896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31658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215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Google Sans Text</vt:lpstr>
      <vt:lpstr>Neue Haas Grotesk Text Pro</vt:lpstr>
      <vt:lpstr>VanillaVTI</vt:lpstr>
      <vt:lpstr>Module 5 – Production Deployment &amp; MLOps</vt:lpstr>
      <vt:lpstr>Multi-Container Orchestration</vt:lpstr>
      <vt:lpstr>Quantization &amp; Observability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2026-05-08T06:17:22Z</dcterms:created>
  <dcterms:modified xsi:type="dcterms:W3CDTF">2026-05-08T06:38:57Z</dcterms:modified>
</cp:coreProperties>
</file>