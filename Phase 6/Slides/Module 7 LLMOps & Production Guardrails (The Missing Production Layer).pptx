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027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819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279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172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81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078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078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67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081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943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990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5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D75B24-3FA1-0EAB-883E-38317833EF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3397649" cy="3303764"/>
          </a:xfrm>
        </p:spPr>
        <p:txBody>
          <a:bodyPr anchor="t">
            <a:normAutofit/>
          </a:bodyPr>
          <a:lstStyle/>
          <a:p>
            <a:r>
              <a:rPr lang="en-US" sz="4800"/>
              <a:t>Module 7 – LLMOps &amp; Production Guardrails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038947-C692-5E49-6237-B6A972E761B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21208" y="4866261"/>
            <a:ext cx="10408049" cy="14836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Goal: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Moving from a "working prototype" to a "reliable utility."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Missing Layer: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 production, AI systems need boundaries to prevent hallucinations, runaway costs, and safety violations.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Core Focus: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Guardrails, Inference Optimization, and Lifecycle Management (CI/CD).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E35F1F-ECA9-B2B6-7ACB-69CEDE7C7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154" y="965741"/>
            <a:ext cx="7551931" cy="341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309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EAD3F0-C341-63C3-8096-B9F57E845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AI Guardrails &amp; Safety</a:t>
            </a:r>
            <a:br>
              <a:rPr lang="en-US" dirty="0"/>
            </a:br>
            <a:endParaRPr lang="en-US"/>
          </a:p>
        </p:txBody>
      </p:sp>
      <p:sp>
        <p:nvSpPr>
          <p:cNvPr id="2058" name="Rectangle 2057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0" name="Rectangle 2059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2051" name="Picture 3" descr="AI Guardrails in Agentic Systems Explained">
            <a:extLst>
              <a:ext uri="{FF2B5EF4-FFF2-40B4-BE49-F238E27FC236}">
                <a16:creationId xmlns:a16="http://schemas.microsoft.com/office/drawing/2014/main" id="{E9E46270-A3A9-59EE-3D18-BA1046FBC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7" y="2429691"/>
            <a:ext cx="6002013" cy="391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B2E647B-931A-76C7-D1F0-BA84787506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07224" y="1088136"/>
            <a:ext cx="4160520" cy="5257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Boundary Enforcement: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Guardrails AI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NeMo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Guardrails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to validate inputs and outputs in real-time.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Topical Rails: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Ensuring the agent never discusses off-topic subjects (e.g., a Medical Agent shouldn't give investment advice).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Hallucination Filters: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Automatically rejecting outputs that don't match the "Memory Vault" context.</a:t>
            </a:r>
          </a:p>
        </p:txBody>
      </p:sp>
    </p:spTree>
    <p:extLst>
      <p:ext uri="{BB962C8B-B14F-4D97-AF65-F5344CB8AC3E}">
        <p14:creationId xmlns:p14="http://schemas.microsoft.com/office/powerpoint/2010/main" val="1315665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2" name="Rectangle 3081">
            <a:extLst>
              <a:ext uri="{FF2B5EF4-FFF2-40B4-BE49-F238E27FC236}">
                <a16:creationId xmlns:a16="http://schemas.microsoft.com/office/drawing/2014/main" id="{6D16C4DE-5FF1-8D34-BBA1-FC43F3155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575345-003D-41FE-F378-CC899E63C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800600" cy="16916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Inference Optimization at Scale</a:t>
            </a:r>
          </a:p>
        </p:txBody>
      </p:sp>
      <p:sp>
        <p:nvSpPr>
          <p:cNvPr id="3084" name="Freeform: Shape 3083">
            <a:extLst>
              <a:ext uri="{FF2B5EF4-FFF2-40B4-BE49-F238E27FC236}">
                <a16:creationId xmlns:a16="http://schemas.microsoft.com/office/drawing/2014/main" id="{B6914053-73D7-E377-E88C-94E35AAD4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1FE982-9E75-F5EC-64E5-94E0447E86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94514" y="1060704"/>
            <a:ext cx="6573230" cy="16276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Throughput vs. Latency: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Utilizing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vLLM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and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TensorRT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-LLM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for high-concurrency environments.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Quantization (GGUF/AWQ):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Compressing model weights to run Mistral-Large on smaller GPUs without losing technical precision.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Rate Limiting: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Protecting your API from being overwhelmed by too many simultaneous agent loops.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3077" name="Picture 5" descr="Agentic AI Inference Sizing. Understanding Pricing for AI Agents | by  Debmalya Biswas | AI Advances">
            <a:extLst>
              <a:ext uri="{FF2B5EF4-FFF2-40B4-BE49-F238E27FC236}">
                <a16:creationId xmlns:a16="http://schemas.microsoft.com/office/drawing/2014/main" id="{3D8F0C84-1443-9FD7-733F-93DAAE783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8976"/>
          <a:stretch>
            <a:fillRect/>
          </a:stretch>
        </p:blipFill>
        <p:spPr bwMode="auto">
          <a:xfrm>
            <a:off x="517871" y="2921001"/>
            <a:ext cx="11149534" cy="3424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9667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F447FC5-81F5-498F-B253-3D2BBDD2E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B8EE57-7CBE-C962-B392-3E7ACCCC9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9200" cy="1291067"/>
          </a:xfrm>
        </p:spPr>
        <p:txBody>
          <a:bodyPr>
            <a:normAutofit fontScale="90000"/>
          </a:bodyPr>
          <a:lstStyle/>
          <a:p>
            <a:r>
              <a:rPr lang="en-US" dirty="0"/>
              <a:t>CI/CD &amp; Industrial Observability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83D605-F0BC-4923-9BAD-8F2204285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45FA17-DA1A-3E59-B9A5-78AA8F5CE3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7" r="-1" b="-1"/>
          <a:stretch>
            <a:fillRect/>
          </a:stretch>
        </p:blipFill>
        <p:spPr>
          <a:xfrm>
            <a:off x="6156567" y="549546"/>
            <a:ext cx="5578123" cy="3113055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C1A59FC6-29E7-4618-829A-36CC011E5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3616882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012C7B-82FB-117D-0B32-787AC9A8AC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52" r="1" b="8092"/>
          <a:stretch>
            <a:fillRect/>
          </a:stretch>
        </p:blipFill>
        <p:spPr>
          <a:xfrm>
            <a:off x="513802" y="3247883"/>
            <a:ext cx="5864343" cy="3098121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27EE7A4-4BF8-75B8-3736-54FC7395FA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65976" y="3776472"/>
            <a:ext cx="5010912" cy="25694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Automated Regression Testing: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Every time you update the prompt,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GitHub Action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runs 50 test cases to ensure the agent's accuracy didn't drop.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Full-Trace Logging: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Capturing every "Thought" and "Action" into a central dashboard for post-failure analysis.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Cost Tracking: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Real-time monitoring of token usage to prevent unexpected billing spikes.</a:t>
            </a:r>
          </a:p>
        </p:txBody>
      </p:sp>
    </p:spTree>
    <p:extLst>
      <p:ext uri="{BB962C8B-B14F-4D97-AF65-F5344CB8AC3E}">
        <p14:creationId xmlns:p14="http://schemas.microsoft.com/office/powerpoint/2010/main" val="24317649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241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Bierstadt</vt:lpstr>
      <vt:lpstr>Google Sans Text</vt:lpstr>
      <vt:lpstr>GestaltVTI</vt:lpstr>
      <vt:lpstr>Module 7 – LLMOps &amp; Production Guardrails</vt:lpstr>
      <vt:lpstr>AI Guardrails &amp; Safety </vt:lpstr>
      <vt:lpstr>Inference Optimization at Scale</vt:lpstr>
      <vt:lpstr>CI/CD &amp; Industrial Observability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4</cp:revision>
  <dcterms:created xsi:type="dcterms:W3CDTF">2026-05-08T07:01:56Z</dcterms:created>
  <dcterms:modified xsi:type="dcterms:W3CDTF">2026-05-08T07:12:42Z</dcterms:modified>
</cp:coreProperties>
</file>