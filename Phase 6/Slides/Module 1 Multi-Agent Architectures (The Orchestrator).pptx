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12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9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971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507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705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69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35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1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68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67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20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623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8C5F6B-B975-AD89-E401-69931E9B8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0"/>
            <a:ext cx="4937004" cy="1693031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600" dirty="0"/>
              <a:t>Module 1: Multi-Agent Architectures (The Orchestrator)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8C89BA3-AD26-AC79-48E4-9EECAD76BC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03400" y="2786430"/>
            <a:ext cx="4783000" cy="360348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Goal: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Mastering the orchestration of multiple specialized AI agents to handle complex business requests. 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Core Philosophy: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Move from single-model prompting to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Role-Based Agent Design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, where specific personas have unique constraints and domain knowledge.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Multi-Agent Orchestration 🤖 - by Bhavishya Pandit">
            <a:extLst>
              <a:ext uri="{FF2B5EF4-FFF2-40B4-BE49-F238E27FC236}">
                <a16:creationId xmlns:a16="http://schemas.microsoft.com/office/drawing/2014/main" id="{EE240313-1B58-1CA0-0BBE-BC22F501AC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898" y="1240970"/>
            <a:ext cx="5867401" cy="48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35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7FDA6-6118-E860-BECC-C3BF9B7D2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 dirty="0"/>
              <a:t>Architectural Patterns</a:t>
            </a:r>
          </a:p>
        </p:txBody>
      </p:sp>
      <p:cxnSp>
        <p:nvCxnSpPr>
          <p:cNvPr id="2058" name="Straight Connector 2057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1" name="Picture 3" descr="Agentic AI Design Patterns">
            <a:extLst>
              <a:ext uri="{FF2B5EF4-FFF2-40B4-BE49-F238E27FC236}">
                <a16:creationId xmlns:a16="http://schemas.microsoft.com/office/drawing/2014/main" id="{0BEBA6BB-9748-5138-3BA4-605C596F0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0100" y="2593459"/>
            <a:ext cx="6072188" cy="341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B283CE3-4388-CE65-B734-D5B62C1697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00900" y="1849121"/>
            <a:ext cx="4191001" cy="413962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b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Autonomous Task Decomposition: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Engineering "Manager" agents that break a complex goal into a multi-step execution plan.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Handoff Protocols: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Establishing how agents transfer structured data (JSON) and maintain "Shared Memory" across long workflows.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Flow Types: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Comparing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Hierarchical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systems (agents reporting to a supervisor) vs.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Collaborative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systems (agents negotiating as peers). </a:t>
            </a:r>
          </a:p>
        </p:txBody>
      </p:sp>
      <p:cxnSp>
        <p:nvCxnSpPr>
          <p:cNvPr id="2060" name="Straight Connector 2059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59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813F47-CC79-0E92-A91B-5B2FCEFCA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The </a:t>
            </a:r>
            <a:r>
              <a:rPr lang="en-US" b="1" dirty="0" err="1"/>
              <a:t>Reflexion</a:t>
            </a:r>
            <a:r>
              <a:rPr lang="en-US" b="1" dirty="0"/>
              <a:t> Pattern</a:t>
            </a:r>
            <a:br>
              <a:rPr lang="en-US" b="1" dirty="0"/>
            </a:br>
            <a:endParaRPr lang="en-US"/>
          </a:p>
        </p:txBody>
      </p:sp>
      <p:cxnSp>
        <p:nvCxnSpPr>
          <p:cNvPr id="1034" name="Straight Connector 1033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1FEB08B-FE24-3F63-28D8-28D593D8E0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2231136"/>
            <a:ext cx="6001512" cy="393192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Self-Correction Loops: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Building loops where a second agent reviews and critiques the first agent's output before finalization.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Quality Auditing: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Using specialized "Quality Auditor" personas to enforce standards and reduce hallucinations. </a:t>
            </a:r>
          </a:p>
          <a:p>
            <a:pPr eaLnBrk="0" fontAlgn="base" hangingPunct="0"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Task 1 Deliverable: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 functional autonomous team consisting of a Researcher, Writer, and Manager.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Reflection Pattern: When Agents think twice">
            <a:extLst>
              <a:ext uri="{FF2B5EF4-FFF2-40B4-BE49-F238E27FC236}">
                <a16:creationId xmlns:a16="http://schemas.microsoft.com/office/drawing/2014/main" id="{5DDA8C0C-259F-BC90-DC74-99D861282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74560" y="1951854"/>
            <a:ext cx="4202057" cy="420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254020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172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Calisto MT</vt:lpstr>
      <vt:lpstr>Google Sans Text</vt:lpstr>
      <vt:lpstr>Univers Condensed</vt:lpstr>
      <vt:lpstr>ChronicleVTI</vt:lpstr>
      <vt:lpstr>Module 1: Multi-Agent Architectures (The Orchestrator) </vt:lpstr>
      <vt:lpstr>Architectural Patterns</vt:lpstr>
      <vt:lpstr>The Reflexion Pattern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2026-05-07T11:58:20Z</dcterms:created>
  <dcterms:modified xsi:type="dcterms:W3CDTF">2026-05-08T04:44:18Z</dcterms:modified>
</cp:coreProperties>
</file>