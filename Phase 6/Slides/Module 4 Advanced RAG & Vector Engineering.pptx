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6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6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16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6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3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3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2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1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4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FF4A2-486C-423F-FB20-491BDC870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Module 4 – Advanced RAG &amp; Vector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E0AFAE-4E16-4E81-246A-590D286C9F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4716819"/>
            <a:ext cx="10560449" cy="17065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Eliminating hallucinations and ensuring document traceability.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Standard RAG often misses context or retrieves "noisy" data that confuses the model.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Advanced Vector Engineering (Hybrid Search + Reranking) and Agentic reasoning.</a:t>
            </a:r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7" name="Picture 3" descr="Advanced RAG techniques: Data processing &amp; ingestion - Elasticsearch Labs">
            <a:extLst>
              <a:ext uri="{FF2B5EF4-FFF2-40B4-BE49-F238E27FC236}">
                <a16:creationId xmlns:a16="http://schemas.microsoft.com/office/drawing/2014/main" id="{81F2EB43-5FF4-4CD2-3D05-598484C9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8607" y="773958"/>
            <a:ext cx="6820335" cy="358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67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B0563-CEB0-75E8-22DA-764FBB8D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sz="4800" dirty="0"/>
              <a:t>Hybrid Search &amp; Agentic RAG</a:t>
            </a:r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How to Build Agentic RAG with Hybrid Search | by Eivind Kjosbakken | Apr,  2026 | Towards AI">
            <a:extLst>
              <a:ext uri="{FF2B5EF4-FFF2-40B4-BE49-F238E27FC236}">
                <a16:creationId xmlns:a16="http://schemas.microsoft.com/office/drawing/2014/main" id="{F6838827-0BBD-67C5-8D3A-A8F477CBB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799160"/>
            <a:ext cx="5639091" cy="307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E1C7E32-8691-5DCD-0B84-36277480C3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Hybrid Search: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Combining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Keyword (BM25)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exact matches (like serial numbers or medical terms)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Vector 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semantic meaning.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Agentic RAG: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Instead of a single "retrieve and answer" step, the agent can look at the results and say: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"This isn't enough information. I will try a different search query."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97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BA22B-6BF0-CDB5-63B0-E7818711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Reranking &amp; Evaluation</a:t>
            </a:r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5" name="Picture 3" descr="5 Reranking Techniques in RAG: From Fast Retrieval to Accurate Context | by  Cikal Merdeka | May, 2026 | Towards AI">
            <a:extLst>
              <a:ext uri="{FF2B5EF4-FFF2-40B4-BE49-F238E27FC236}">
                <a16:creationId xmlns:a16="http://schemas.microsoft.com/office/drawing/2014/main" id="{6B047D29-656E-8540-87DA-DB6BC538F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792111"/>
            <a:ext cx="5639091" cy="308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E04AAD9-5CA5-1996-D4A9-A3DE5C1C1C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Reranking: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Using 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Cross-Encoder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analyze the top 50 results and pick the best 3. It’s slower but much more accurate than a standard vector search.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RAGAS Framework: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Using AI to grade the AI. We measure: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Faithfulness: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Is the answer derived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only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from the context?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Relevancy: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Does it actually answer the user's question?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Task 4 Deliverable: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"Memory Vault" that provides answers with specific citations (e.g., "Source: manual.pdf, Page 12").</a:t>
            </a:r>
          </a:p>
        </p:txBody>
      </p:sp>
    </p:spTree>
    <p:extLst>
      <p:ext uri="{BB962C8B-B14F-4D97-AF65-F5344CB8AC3E}">
        <p14:creationId xmlns:p14="http://schemas.microsoft.com/office/powerpoint/2010/main" val="54627045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Bierstadt</vt:lpstr>
      <vt:lpstr>GestaltVTI</vt:lpstr>
      <vt:lpstr>Module 4 – Advanced RAG &amp; Vector Engineering</vt:lpstr>
      <vt:lpstr>Hybrid Search &amp; Agentic RAG</vt:lpstr>
      <vt:lpstr>Reranking &amp;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2026-05-08T05:56:25Z</dcterms:created>
  <dcterms:modified xsi:type="dcterms:W3CDTF">2026-05-08T06:01:56Z</dcterms:modified>
</cp:coreProperties>
</file>