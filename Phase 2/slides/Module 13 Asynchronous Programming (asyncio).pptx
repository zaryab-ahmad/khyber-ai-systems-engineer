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1" d="100"/>
          <a:sy n="51" d="100"/>
        </p:scale>
        <p:origin x="36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D2012-B9C9-2DBB-5C13-5AAFCC9499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BED5F8-8D6C-E7C0-F9F3-9399843B72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85005-210F-2FB0-84F3-28258938E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401D-8B72-45FD-B3F6-40174AA7C1D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E952C-5217-7F42-AAA6-3F3C0FA09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6A2C7-06BB-FB85-6AED-708D97922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CAD7-5901-418C-AEEB-6B29E4A2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18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2E1F0-6DD8-901A-768F-CB47169B2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69FFF-EDA8-EF1D-DFD4-B25AA79E9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ECB4B-85B7-94E4-5C9A-51161B722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401D-8B72-45FD-B3F6-40174AA7C1D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11862-87EA-3DC2-7847-CECD19F85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7D36E-1DEB-0AA4-36CC-2EE1F9781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CAD7-5901-418C-AEEB-6B29E4A2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7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7A118-23E8-CF58-26E7-71C8B59E7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8886-3678-A2D8-40BB-613E7876A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5A7EB-AB40-7CAE-0DA3-8F2E09D5A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401D-8B72-45FD-B3F6-40174AA7C1D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015A7-7CCF-6FB3-3D0B-118A54AA6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6730E-099C-8539-BC9E-5A67FC702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CAD7-5901-418C-AEEB-6B29E4A2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9628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6FEA4-3E80-1219-A2E5-1C321E350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424DB-CB35-6CF7-4A56-1FEDBD95E2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1CDB3-E21B-A477-EEED-259C33019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9A9EF0-5DBB-713A-6984-EF2B8D1DB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401D-8B72-45FD-B3F6-40174AA7C1D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ED5CB9-D16C-A36C-00E2-20F0EBA25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0CDCB1-62F2-33B4-B27F-8BED53D7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CAD7-5901-418C-AEEB-6B29E4A2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960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2F59C-7383-E46A-D57B-A1D5754BB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B6837E-BA49-7EEC-D70F-C86FA9EB4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264792-3F15-2682-F26E-3CE1063EC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CE89C6-2C0E-5313-A548-91566B56DB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B8E43E-5DFC-1E99-AA3A-94B9390D3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E0E693-3B83-951C-E676-14D941CC8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401D-8B72-45FD-B3F6-40174AA7C1D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06BC48-F237-E2B7-68FA-A4076270E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89624F-39A5-F180-57E9-0C610417B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CAD7-5901-418C-AEEB-6B29E4A2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386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83221-B0CF-C5F2-E559-4553B3524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DF2347-67BB-4E7D-112E-420821A29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401D-8B72-45FD-B3F6-40174AA7C1D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AF504-F3F4-C26F-5BB6-31D9D9EB1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F5A71-AFFA-0081-17D8-F2D6EFE5C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CAD7-5901-418C-AEEB-6B29E4A2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09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D840B0-07F3-0DF6-C163-BB1ACD72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401D-8B72-45FD-B3F6-40174AA7C1D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74A25-46AD-62E3-6391-B1569EBAE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BFCC5-ECB0-6454-934A-DCACD2421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CAD7-5901-418C-AEEB-6B29E4A2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114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1D21E-49DC-C520-C741-10B73773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DA8EB-7D9D-1130-91D3-1C72DB06F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D71D0-92DF-C3CB-EC80-FC5F28E7B7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418EEA-D3D5-9019-0D7D-1E87B709A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401D-8B72-45FD-B3F6-40174AA7C1D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80347-29CA-E348-E4FA-EB17C915B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ADDD-2B6D-58C9-A1FB-7C2DB597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CAD7-5901-418C-AEEB-6B29E4A2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226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DB5CE-44B7-7AE5-6762-FE4AD06B7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A7DF09-9DAF-77CF-7867-B484D9A09C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0561A-A491-72B0-3E1C-E8FC39F4CA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03AB3-F439-AC9C-4442-878B21E51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401D-8B72-45FD-B3F6-40174AA7C1D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1A2C3-5D8A-3A54-93B6-2F550782C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2B0EC-22DD-1340-D950-F8A131150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CAD7-5901-418C-AEEB-6B29E4A2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0442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9C8F9-3C18-97C2-6A14-A5249D852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080F6-DC95-EF2B-B9CC-EA3507775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B42B6-62D6-D6D5-3889-99D87BA59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401D-8B72-45FD-B3F6-40174AA7C1D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06CDA-FDAA-1C0E-38AE-301F73263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F0F1A-686F-F877-705B-15400F5BA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CAD7-5901-418C-AEEB-6B29E4A2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62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EFD28A1-7345-5007-CCF3-84C371FBBA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378D4F-55C9-427C-34C3-B035D0540D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B1F14-99AA-51D0-4AB1-AABC15A0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3401D-8B72-45FD-B3F6-40174AA7C1D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BA6C4-E112-394B-BC80-267FBADB9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3AA61-D7E4-AAC2-C396-A115D754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8CAD7-5901-418C-AEEB-6B29E4A2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61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EF4723-F9D9-1EB9-82F2-D0C99F87B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FEC9E-1657-906F-E365-BA338B7DD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23AB8-A335-4054-132D-D45836FA4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63401D-8B72-45FD-B3F6-40174AA7C1DE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30CC6-095E-870E-5388-EA98735BF6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24561-A60B-7C44-BA98-BB9909EA0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F8CAD7-5901-418C-AEEB-6B29E4A210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55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3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1029" name="Picture 5" descr="Asynchronous API Calls in Python with `asyncio`">
            <a:extLst>
              <a:ext uri="{FF2B5EF4-FFF2-40B4-BE49-F238E27FC236}">
                <a16:creationId xmlns:a16="http://schemas.microsoft.com/office/drawing/2014/main" id="{0F7E07BA-2E7F-1630-EA50-0084BB5A8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0"/>
            <a:ext cx="1219200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448984-B1F7-EBB7-78F7-35A8FA24EA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181" y="643235"/>
            <a:ext cx="9795637" cy="1285738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FFFFFF"/>
                </a:solidFill>
              </a:rPr>
              <a:t>Welcome &amp; Module Induction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9CE90C-12F7-97BE-1517-1ECFBDA445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98181" y="2460171"/>
            <a:ext cx="9795637" cy="31117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we learned previously: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 Module 12, we used Multi-threading and Multiprocessing to run tasks in parallel.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What we are learning today: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We are learning the "Next Generation" of concurrency: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Asynchronous Programming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. We will master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Event Loop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,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async/await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keywords, and the power of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Non-blocking I/O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Why this will be helpful: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 In modern AI and Web frameworks (like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asyncio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</a:rPr>
              <a:t> is the secret to extreme speed. While a Threaded app might handle 100 users, an Asynchronous app can handle 10,000 on the same hardware. This is essential for building real-time AI agents and high-speed data scrapers.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35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AB24E7-A0B2-006F-C705-9E5FB1A70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200"/>
              <a:t>The Event Loop (The Air Traffic Controller)</a:t>
            </a:r>
          </a:p>
        </p:txBody>
      </p:sp>
      <p:sp>
        <p:nvSpPr>
          <p:cNvPr id="205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55C8716-9EFB-7DED-44EE-533AA83A24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Problem: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 normal code, your script stops and waits for every task.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The Event Loop. It is a continuous loop that monitors tasks. If one task is waiting for the internet, the loop "pauses" it and immediately starts the next task.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Goal: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Never let the CPU sit idle. Keep the "loop" spinning at all times.</a:t>
            </a:r>
          </a:p>
        </p:txBody>
      </p:sp>
      <p:pic>
        <p:nvPicPr>
          <p:cNvPr id="2051" name="Picture 3" descr="⏰ Focus is Key: Why Air Traffic Controllers Take Breaks! Air Traffic Control  (ATC) is one of the most stressful jobs in the world, and there is a  critical reason why controllers">
            <a:extLst>
              <a:ext uri="{FF2B5EF4-FFF2-40B4-BE49-F238E27FC236}">
                <a16:creationId xmlns:a16="http://schemas.microsoft.com/office/drawing/2014/main" id="{C60809B1-5A49-31EF-7CDF-227EF8888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612652"/>
            <a:ext cx="5458968" cy="363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244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F42331-B025-F733-365C-E88FC212D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4200"/>
              <a:t>async and await (The Modern Syntax)</a:t>
            </a:r>
          </a:p>
        </p:txBody>
      </p:sp>
      <p:sp>
        <p:nvSpPr>
          <p:cNvPr id="308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F1F0562-F4D8-0ED2-3D68-C9ADAF9068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async def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This turns a normal function into a "Coroutine." It tells Python, "This function is allowed to pause itself."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await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This is the pause button. It tells Python, "Go do other work until this specific line is finished."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Clean Code Advantage: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Unlike older methods,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async/await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</a:rPr>
              <a:t> makes non-blocking code look and feel like a standard, readable script.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 descr="GitHub - talkpython/async-techniques-python-course: Async Techniques and  Examples in Python Course · GitHub">
            <a:extLst>
              <a:ext uri="{FF2B5EF4-FFF2-40B4-BE49-F238E27FC236}">
                <a16:creationId xmlns:a16="http://schemas.microsoft.com/office/drawing/2014/main" id="{34CFE02A-8B14-4462-0F0E-748B8A242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9048" y="1893665"/>
            <a:ext cx="5458968" cy="3070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4331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0B6D9-D7F5-7897-FA4C-D0FF469BA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en-US" sz="5000"/>
              <a:t>Non-blocking I/O (Fluid Systems)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1C677F-7A34-8857-4BE1-FDD7373879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Blocking: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Your app "freezes" while waiting for a database or a website. The user sees a spinning wheel.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Non-blocking: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Your app stays responsive. It can continue to process user clicks or other data while the "slow" database work happens in the background.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DC238C-1719-3BEA-5FA9-1702B7954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9048" y="1320474"/>
            <a:ext cx="5458968" cy="421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8401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349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Arial Unicode MS</vt:lpstr>
      <vt:lpstr>Office Theme</vt:lpstr>
      <vt:lpstr>Welcome &amp; Module Induction</vt:lpstr>
      <vt:lpstr>The Event Loop (The Air Traffic Controller)</vt:lpstr>
      <vt:lpstr>async and await (The Modern Syntax)</vt:lpstr>
      <vt:lpstr>Non-blocking I/O (Fluid Systems)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1</cp:revision>
  <dcterms:created xsi:type="dcterms:W3CDTF">2026-04-24T05:23:03Z</dcterms:created>
  <dcterms:modified xsi:type="dcterms:W3CDTF">2026-04-24T05:31:16Z</dcterms:modified>
</cp:coreProperties>
</file>