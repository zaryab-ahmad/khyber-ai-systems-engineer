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1" d="100"/>
          <a:sy n="51" d="100"/>
        </p:scale>
        <p:origin x="3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8CBF-09DF-B6D0-EA2F-D1E99BB92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B5B9F-86EB-4E12-A31F-94A59517A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2D00-9EB4-0B1F-7D0D-A06DF93D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18297-CBF4-6BBB-03CC-B6A84EB3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614-BF54-8220-DE2B-E36043E5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3F79-910E-F440-E036-063EF30B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D4F2-C5EA-9E98-1287-D6FC9245C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9C9-3E30-3F92-1611-B1E61B6A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A006-F079-30EF-FC6F-9F28F713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F3ECB-CE37-6E67-7680-E0ECEF33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7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EECE-88EB-6DED-7ABA-1A367360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38B68-C248-FB17-5A01-E56B691A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616C-8C8C-E347-4E3D-52ED675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2E5E-6097-5473-EA13-F5E6623F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5899-DECC-503D-075C-ACA542E2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2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3759-CFE4-FF4B-FC70-190B4719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3EE3-608F-3A6A-E52A-A4B8CDB5E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33D04-27D7-9A3C-62E7-076D9A783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4F39C-68C2-5A72-E805-1EADB406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AD5A-175D-BBE4-3456-A9A3026E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04919-6413-017E-4E9E-E2CD420B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4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4570-56AE-81D6-F3C8-7C232FB4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CA60-ADD7-665F-8D32-922883AF1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1CE7C-3195-0B66-CAB4-732E6A479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5117D-CA09-2816-660D-B84934532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00B0C-8EE6-166D-24A6-BE0C5D62E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6F8EB-A681-B743-F8D3-2129D1EC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990CF-462F-2139-DD8E-98A5522D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812B1-0768-E290-FCC9-A7521F05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7147-E823-1035-E039-54DE86CD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27BD6-6FAA-EC35-002B-E1054914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59DD0-CCDD-8269-99A1-46DB4BDC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83253-D19F-B00A-0B4A-BD0C2935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4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14DFE-7991-D9DA-F6FD-69CBE791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107A6-76CC-BF48-F93B-BB316089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D5C2F-AAD8-7AC6-E8B7-431DB40C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3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359A-3ACD-62B2-5579-8EF74C15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9144-13F4-74AC-77EF-71A830773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B7E58-4EBB-DA5F-6CF3-C3BD1A511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0B62F-F7BC-858F-0232-31C7203E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DB6AB-E23A-FAC7-7115-5D0E0D48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F14F5-6492-C53D-9BEF-BAB794A0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D52D-3964-C1BE-A4E5-203160F1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97CEE-A488-C1B0-7A8E-35FE4097D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30345-1113-0355-51B8-C636EB706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B82D9-C89B-BFC9-8B54-B28BFF89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8FC9A-9625-72C5-2D35-08B5E18B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01C9D-D4A5-3B7C-E421-B38F6E16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6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7A0B-7A29-22FC-72DE-49AA57C1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8F638-32F2-324B-A930-1FAC7335F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BFA8-012D-43C3-F776-B345A69C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CEBDE-2957-3DDF-6BC6-E7100A1C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F3EB0-9A1A-AFF5-5F3C-05813F7E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2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B648D-05C9-07DE-9701-9F4BDD800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CE1EC-A3EB-FC87-1484-082C91DD4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E6132-7D99-D4BE-0249-38BC35D1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AC6B3-26CC-3FE8-2739-AC6DE12C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2529-A2EC-8187-87DE-39917A45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BC41F-0F4A-745E-466E-1B0F20BC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8F718-02CA-0687-7F20-1332FD20B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CF8AD-AD90-B885-F2CE-A7AB8426D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68F3B-0A64-42A4-873F-49FEAA1E3E7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2148-4D5F-1B2B-5BFD-6616CE402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915F5-6AF1-FA6A-5263-41AC83C26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52BEE-325B-4873-919D-F0842D33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Python Package - Build a Python SDK">
            <a:extLst>
              <a:ext uri="{FF2B5EF4-FFF2-40B4-BE49-F238E27FC236}">
                <a16:creationId xmlns:a16="http://schemas.microsoft.com/office/drawing/2014/main" id="{D3946578-24B3-8273-AD14-A4E94142B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7" b="20887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26899-CF18-C242-9C2E-5DE83F522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333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ED2E14-5CA0-12FD-BA45-580CFB7F7E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26028" y="3255889"/>
            <a:ext cx="9144000" cy="31557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Module 14, we built an automated "Safety Net" using testing and mocking to ensure our code is bug-free.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going global. We will learn how to structure our code into a professional library, write its "Identity Card"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pyproject.toml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), and publish it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Python Package Index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PyPI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Think about the tools you use every day: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numpy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pandas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torch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 These weren't just scripts; they were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packaged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 If you want your project to be used by other students or companies, you must provide it as an installable package.</a:t>
            </a:r>
          </a:p>
        </p:txBody>
      </p:sp>
    </p:spTree>
    <p:extLst>
      <p:ext uri="{BB962C8B-B14F-4D97-AF65-F5344CB8AC3E}">
        <p14:creationId xmlns:p14="http://schemas.microsoft.com/office/powerpoint/2010/main" val="2065068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85640-B11A-C270-98E4-30668AAF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Library Structuring (The Blueprint)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10C68A-0DF6-18B9-CE17-E01D83EB8A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single script is hard to share. If you have 5 files and 10 dependencies, your user will get lost trying to set it up.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standardized directory structure. We group our logic into a "Source" folder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src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 and separate our tests, documentation, and metadata.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__init__.py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 file: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tiny, often empty file is the "Magic Key." It tells Python that a folder is not just a collection of files, but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Package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that can be imported.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CACF9-9D95-17E7-6561-A86F411C1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2344995"/>
            <a:ext cx="4788505" cy="343575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1F951-1A05-6C37-59DE-EF96DE67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 err="1"/>
              <a:t>pyproject.toml</a:t>
            </a:r>
            <a:r>
              <a:rPr lang="en-US" dirty="0"/>
              <a:t> (The ID Card)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AF647C-6141-75A4-6265-91522936D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Modern Standard: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the past, developers used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setup.py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 Today, the world has moved to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pyproject.toml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Contents: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file contains everything the world needs to know about your library: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Metadata: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Name, Version (e.g., 0.1.0), Author (Zaryab Ahmad), and License.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What other libraries (like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requests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numpy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) does your code need to run?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 System: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Which tool should be used to compile your code (e.g.,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setuptools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poetry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)?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Understanding setup.py, setup.cfg and pyproject.toml in Python – SomeBeans">
            <a:extLst>
              <a:ext uri="{FF2B5EF4-FFF2-40B4-BE49-F238E27FC236}">
                <a16:creationId xmlns:a16="http://schemas.microsoft.com/office/drawing/2014/main" id="{C1ADEF9E-2D8F-ED4A-A206-A6A414A9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3107979"/>
            <a:ext cx="4788505" cy="190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1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Freeform: Shape 410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2A78A-F0C6-7D70-E6B5-44BD3491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 err="1"/>
              <a:t>PyPI</a:t>
            </a:r>
            <a:r>
              <a:rPr lang="en-US" dirty="0"/>
              <a:t> &amp; Twine (The Delivery Truck)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F42DC7-B93C-10F9-9D98-25D225BF2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PyPI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"Python Package Index." This is the central warehouse where all Python software lives.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the secure "Delivery Truck" that carries your packaged code from your laptop to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warehouse.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Result: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Once uploaded, any person on Earth can open a terminal and type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pip install your-package-name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to use your work.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How to Publish Python package at PyPi using Twine module? - GeeksforGeeks">
            <a:extLst>
              <a:ext uri="{FF2B5EF4-FFF2-40B4-BE49-F238E27FC236}">
                <a16:creationId xmlns:a16="http://schemas.microsoft.com/office/drawing/2014/main" id="{B7CADAAE-E6AA-14B3-2211-0F1AB3ED6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6086" y="2184914"/>
            <a:ext cx="3295066" cy="375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8" name="Freeform: Shape 410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3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424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Unicode MS</vt:lpstr>
      <vt:lpstr>Office Theme</vt:lpstr>
      <vt:lpstr>Welcome &amp; Module Induction</vt:lpstr>
      <vt:lpstr>Library Structuring (The Blueprint)</vt:lpstr>
      <vt:lpstr>pyproject.toml (The ID Card)</vt:lpstr>
      <vt:lpstr>PyPI &amp; Twine (The Delivery Truck)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2026-04-24T06:08:38Z</dcterms:created>
  <dcterms:modified xsi:type="dcterms:W3CDTF">2026-04-24T06:18:16Z</dcterms:modified>
</cp:coreProperties>
</file>