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46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75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54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4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9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8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21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1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70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3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7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Close-up of circuit board">
            <a:extLst>
              <a:ext uri="{FF2B5EF4-FFF2-40B4-BE49-F238E27FC236}">
                <a16:creationId xmlns:a16="http://schemas.microsoft.com/office/drawing/2014/main" id="{B4B909A8-C4D3-6FEC-8EC4-7BD19317C6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1571" b="416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8E88BE-1F27-C6E8-CDB5-264444746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7"/>
            <a:ext cx="11401987" cy="2450593"/>
          </a:xfrm>
        </p:spPr>
        <p:txBody>
          <a:bodyPr anchor="t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Welcome &amp; Module Induction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492966-6B93-6467-A0AD-B68B86288F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870" y="2471058"/>
            <a:ext cx="9899759" cy="37354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learned previously: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 Module 11, we learned how to serve our code to the world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Uvicorn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are learning today: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We are learning how to do more than one thing at a time. We will explore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Multi-threading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(for tasks that wait),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Multiprocessing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(for heavy math), and the infamous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(the internal speed limit of Python).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Why this will be helpful: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Standard Python code is "Synchronous," meaning it does one task at a time. If you are downloading 100 images for a dataset, your code waits for Image 1 to finish before starting Image 2. Today, you will learn how to make your computer work in parallel, cutting your processing time from minutes to seconds.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57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CAEFF-3D98-8EA8-36DA-D5F50A36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Multi-threading (The "Waiting" Room)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C5B6FC-3080-3533-F8A3-FD4FD99FA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2" y="2645229"/>
            <a:ext cx="4788975" cy="331680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81FBA45-8C03-501C-8AD3-1AC8F4D60B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Analogy: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Imagine a waiter in a restaurant. The waiter takes an order, gives it to the kitchen, and then immediately moves to the next table while the food is cooking. They don't just stand there waiting.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Use Case: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Threading is perfect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I/O-bound tasks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(Input/Output). This includes downloading files, querying a database, or waiting for an API response.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it works: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Python switches between "threads" so fast that it looks like they are running at once, even though they are technically sharing one CPU core.</a:t>
            </a:r>
          </a:p>
        </p:txBody>
      </p:sp>
    </p:spTree>
    <p:extLst>
      <p:ext uri="{BB962C8B-B14F-4D97-AF65-F5344CB8AC3E}">
        <p14:creationId xmlns:p14="http://schemas.microsoft.com/office/powerpoint/2010/main" val="2347388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7392B-F7F0-4D50-68D6-14788FA1F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Multiprocessing (The "Factory" Floor)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A68578-3D34-580E-0BD1-B726358F6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8" y="2862600"/>
            <a:ext cx="5639091" cy="294642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C643844-B612-8348-9E43-80DDE3F8C1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Analogy: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Instead of one waiter, imagine you hire four separate chefs, each with their own stove and kitchen. They all cook different meals at the exact same time.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Use Case: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Multiprocessing is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CPU-bound tasks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This includes heavy mathematical calculations, image processing, or training AI model components.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it works: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It bypasses Python's limitations by launching entirely separate instances of Python on every core of your CPU (e.g., using all 8 cores of an i7 processor).</a:t>
            </a:r>
          </a:p>
        </p:txBody>
      </p:sp>
    </p:spTree>
    <p:extLst>
      <p:ext uri="{BB962C8B-B14F-4D97-AF65-F5344CB8AC3E}">
        <p14:creationId xmlns:p14="http://schemas.microsoft.com/office/powerpoint/2010/main" val="327565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1" name="Rectangle 4110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B26D9-6C50-BA18-FCF4-80C48DF8D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The GIL (The Traffic Cop)</a:t>
            </a:r>
            <a:br>
              <a:rPr lang="en-US" sz="4100"/>
            </a:br>
            <a:endParaRPr lang="en-US" sz="4100"/>
          </a:p>
        </p:txBody>
      </p: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099" name="Picture 3" descr="Understanding the Global Interpreter Lock (GIL) in Python | Codecademy">
            <a:extLst>
              <a:ext uri="{FF2B5EF4-FFF2-40B4-BE49-F238E27FC236}">
                <a16:creationId xmlns:a16="http://schemas.microsoft.com/office/drawing/2014/main" id="{527F922B-F60E-A1E0-617B-CC3E46CAD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812419"/>
            <a:ext cx="6281928" cy="353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02815EC-29B4-E0E7-FE95-569125BBFA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is it?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Global Interpreter Lock (GIL).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Conflict: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prevent your computer's memory from getting corrupted, Python only allows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thread to hold control of the Python interpreter at a time.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Impact: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is why Multi-threading doesn't make math faster in Python—the GIL acts like a "Traffic Cop" that only lets one car through the intersection at a time. To truly go fast with math, we must use Multiprocessing to create new "intersections."</a:t>
            </a:r>
          </a:p>
        </p:txBody>
      </p:sp>
    </p:spTree>
    <p:extLst>
      <p:ext uri="{BB962C8B-B14F-4D97-AF65-F5344CB8AC3E}">
        <p14:creationId xmlns:p14="http://schemas.microsoft.com/office/powerpoint/2010/main" val="251723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4C3CB-C6AE-33AA-4B20-2189520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Advanced Concurrency Scenarios</a:t>
            </a:r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026" name="Picture 2" descr="Make Python Faster: Learn Concurrency Basics | by Silva.f.francis | Medium">
            <a:extLst>
              <a:ext uri="{FF2B5EF4-FFF2-40B4-BE49-F238E27FC236}">
                <a16:creationId xmlns:a16="http://schemas.microsoft.com/office/drawing/2014/main" id="{9C0560F7-611F-21C9-222B-08D7CB154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3534841"/>
            <a:ext cx="6281928" cy="281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1E2ED-CC7E-1F27-0962-56B874B3F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b="1" dirty="0"/>
              <a:t>Scenario A (I/O Bound):</a:t>
            </a:r>
            <a:r>
              <a:rPr lang="en-US" dirty="0"/>
              <a:t> You are building a monitoring dashboard for 10 different AI microservices. You need to check the status of all of them every minute.</a:t>
            </a:r>
          </a:p>
          <a:p>
            <a:r>
              <a:rPr lang="en-US" i="1" dirty="0"/>
              <a:t>Without Threading:</a:t>
            </a:r>
            <a:r>
              <a:rPr lang="en-US" dirty="0"/>
              <a:t> You wait for Service A, then Service B... the total time is the sum of all wait times.</a:t>
            </a:r>
          </a:p>
          <a:p>
            <a:r>
              <a:rPr lang="en-US" i="1" dirty="0"/>
              <a:t>With Threading:</a:t>
            </a:r>
            <a:r>
              <a:rPr lang="en-US" dirty="0"/>
              <a:t> You fire all requests at once. The total time is only as long as the </a:t>
            </a:r>
            <a:r>
              <a:rPr lang="en-US" i="1" dirty="0"/>
              <a:t>slowest</a:t>
            </a:r>
            <a:r>
              <a:rPr lang="en-US" dirty="0"/>
              <a:t> single service.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67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78448-454C-310E-354A-162B05E7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Advanced Concurrency Scenarios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F3A3-23C9-1B68-D49B-767963EF3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r>
              <a:rPr lang="en-US" b="1" dirty="0"/>
              <a:t>Scenario B (CPU Bound):</a:t>
            </a:r>
            <a:r>
              <a:rPr lang="en-US" dirty="0"/>
              <a:t> You have a dataset of 1,000 thermal images that need to be </a:t>
            </a:r>
            <a:r>
              <a:rPr lang="en-US" dirty="0" err="1"/>
              <a:t>grayscaled</a:t>
            </a:r>
            <a:r>
              <a:rPr lang="en-US" dirty="0"/>
              <a:t> and resized before entering a YOLO model.</a:t>
            </a:r>
          </a:p>
          <a:p>
            <a:r>
              <a:rPr lang="en-US" i="1" dirty="0"/>
              <a:t>Without Multiprocessing:</a:t>
            </a:r>
            <a:r>
              <a:rPr lang="en-US" dirty="0"/>
              <a:t> One CPU core works on Image 1, then Image 2. It is a slow, sequential crawl.</a:t>
            </a:r>
          </a:p>
          <a:p>
            <a:r>
              <a:rPr lang="en-US" i="1" dirty="0"/>
              <a:t>With Multiprocessing:</a:t>
            </a:r>
            <a:r>
              <a:rPr lang="en-US" dirty="0"/>
              <a:t> Your 8-core CPU handles 8 images at the exact same time. The processing speed increases by nearly 800%.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9D26F-45BE-2648-F59E-2C5C7F66F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7" r="-3" b="5771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5620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620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Bierstadt</vt:lpstr>
      <vt:lpstr>GestaltVTI</vt:lpstr>
      <vt:lpstr>Welcome &amp; Module Induction</vt:lpstr>
      <vt:lpstr>Multi-threading (The "Waiting" Room)</vt:lpstr>
      <vt:lpstr>Multiprocessing (The "Factory" Floor)</vt:lpstr>
      <vt:lpstr>The GIL (The Traffic Cop) </vt:lpstr>
      <vt:lpstr>Advanced Concurrency Scenarios</vt:lpstr>
      <vt:lpstr>Advanced Concurrency Scenarios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2</cp:revision>
  <dcterms:created xsi:type="dcterms:W3CDTF">2026-04-24T05:00:29Z</dcterms:created>
  <dcterms:modified xsi:type="dcterms:W3CDTF">2026-04-24T05:16:40Z</dcterms:modified>
</cp:coreProperties>
</file>