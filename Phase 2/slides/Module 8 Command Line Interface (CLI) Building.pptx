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45" d="100"/>
          <a:sy n="45" d="100"/>
        </p:scale>
        <p:origin x="600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5824E-19A9-E84E-8414-FED9DA5E8E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24024-3518-4D42-F8FE-1BA37F9290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627A1-CFC3-EFB3-F1A2-F19ED0B9F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33CD0-FA82-4918-BB3C-60BA2AF84AB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7AD57-A73D-66DC-9CBF-4B14E43A2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E3DD5-CFFA-43FE-9BD2-3B34FAA90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D73C-6C6B-4620-93CC-88EDF2773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49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22579-96D4-2930-1DBF-99FE6994C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94BD4-7B90-5A0A-6B38-8FB46A083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69617-8A1C-FCEA-CE53-3161CC0E3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33CD0-FA82-4918-BB3C-60BA2AF84AB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17A8C-10D8-B67C-1294-55C7A05F2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181FD-F149-3FB3-7C79-CE105E4D7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D73C-6C6B-4620-93CC-88EDF2773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605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D801C-7354-E6AB-0508-29418C989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D6F2E-E1F3-56DD-83FD-2F19E6651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EFCB9-2F87-4856-80D1-EA08E9C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33CD0-FA82-4918-BB3C-60BA2AF84AB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F7D20-9A7E-AA36-8ABA-522F4E519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77D83-D6D9-9855-B746-5051D45DC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D73C-6C6B-4620-93CC-88EDF2773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797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F2850-D106-70B3-C54E-085BA0B6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98DC9-821A-688A-F879-D80D35F9F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0356BB-CC82-0BDD-6E0B-7C4EC3F5F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251739-9034-3E64-0CE5-CC424A593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33CD0-FA82-4918-BB3C-60BA2AF84AB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10E1EA-F2D2-9C09-85CA-A2DD7EA2B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085E8-86BD-9A7A-4791-F38580BAA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D73C-6C6B-4620-93CC-88EDF2773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400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6FC25-4C13-A450-7801-2E8131ED9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6ED74-4190-C67E-C0C9-D3FE8BFF2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011B47-6984-34DD-8C1F-5CDDD4E7F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EDCDAE-F41B-C720-5749-66717C1499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635318-3D62-B1E3-BDCB-66A99C36BF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FEFD61-EBBD-A98F-8143-856BA91A1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33CD0-FA82-4918-BB3C-60BA2AF84AB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89098F-B945-B72A-A471-2D77C4C1D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14D98E-3275-A301-B5C3-B2E54FAF6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D73C-6C6B-4620-93CC-88EDF2773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17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071F-5FC5-3DFD-BC96-971DC7479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083525-A437-B3ED-73D3-E0EC2EBAE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33CD0-FA82-4918-BB3C-60BA2AF84AB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58721C-1B97-C6B7-DEB6-183DE630F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9D2EBD-DAC3-69D6-B02B-A114DD7AA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D73C-6C6B-4620-93CC-88EDF2773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663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FFC3AD-9B77-E2D0-01B4-23B3CF0F2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33CD0-FA82-4918-BB3C-60BA2AF84AB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CD14F6-5684-618D-EE7A-9A2F09E6E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C22DA-2986-EB1D-6D5D-5AB1A74C7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D73C-6C6B-4620-93CC-88EDF2773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05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10BEE-3FBB-F330-DAF5-95105BF53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6015A-BDA6-4E28-650C-D369DD871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E337DF-A148-D1E5-3E91-36A9AE043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6F044-8B01-F35D-C572-F10A00D5C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33CD0-FA82-4918-BB3C-60BA2AF84AB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1B002-C678-DD3D-0125-E133A5A45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E0D34-072A-5FCF-0C26-D2CDDD34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D73C-6C6B-4620-93CC-88EDF2773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689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1C5B7-E9E0-DD10-7272-AA831DC4A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643080-6423-73B7-EE71-F0A1D15E7F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1B9870-5A5C-F525-2DD8-53B692F517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D868EE-3EA4-C8D2-FDC6-72AE4F667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33CD0-FA82-4918-BB3C-60BA2AF84AB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B601A7-8294-432C-130F-2BC1FCF6B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F0643D-FC6D-833A-37D1-D9538D1DF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D73C-6C6B-4620-93CC-88EDF2773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025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BCA59-E5D2-46C7-A938-A2A1A2EDC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89658-C41B-DB24-76CB-9C6EA34BBA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B6D03-8E11-02D4-CC54-4BB626792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33CD0-FA82-4918-BB3C-60BA2AF84AB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2F383-0230-7DB1-6E4D-0656EDFC0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89959-B5F1-DBCB-AA16-E48DD7729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D73C-6C6B-4620-93CC-88EDF2773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486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532958-529E-45FD-5918-AAF1EB5979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1563A9-B019-E9E3-D9D9-940521467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3B2D8-1596-0EEB-84A3-673788694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33CD0-FA82-4918-BB3C-60BA2AF84AB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E819F-49A9-42F0-4B66-4CD4A9F3D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4D3F9-F000-5165-9002-CE0B9DAF0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D73C-6C6B-4620-93CC-88EDF2773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7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18EC40-AB29-75F0-3EE9-A1AA30D84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998CD-0BE9-8933-CECF-11FFD151F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7ED2C-949D-AFA4-505B-9FD42061B1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533CD0-FA82-4918-BB3C-60BA2AF84AB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788EC-D8D4-198C-CCA9-6E7FC1C413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E0F4B-7139-B998-1929-18679188B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86D73C-6C6B-4620-93CC-88EDF2773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994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F60170-91B4-45F0-B88B-9C07AEC46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7D7C94-41C0-4614-8A18-941174D4D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8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51198B-CAAB-152C-2A3B-AEC18353E7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568" y="792587"/>
            <a:ext cx="9611581" cy="1153146"/>
          </a:xfrm>
        </p:spPr>
        <p:txBody>
          <a:bodyPr anchor="b">
            <a:normAutofit/>
          </a:bodyPr>
          <a:lstStyle/>
          <a:p>
            <a:pPr algn="l"/>
            <a:r>
              <a:rPr lang="en-US" sz="5400" dirty="0">
                <a:solidFill>
                  <a:schemeClr val="tx2"/>
                </a:solidFill>
              </a:rPr>
              <a:t>Welcome &amp; Module Induction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DA3E6D4-0958-AE9E-66D1-03AB1FFF10B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88063" y="2614613"/>
            <a:ext cx="8227375" cy="35728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What we learned previously: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In Module 7, we unlocked Python's "Power Tools"—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collections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itertools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, and Regular Expressions—to handle massive datasets with high speed and memory efficiency.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What we are learning today: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We are going to build the "Face" of our software. We will master the art of building Command Line Interfaces (CLIs). We will move from basic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argparse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to modern frameworks like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Click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and learn the advanced concept of "Piping" data through Standard Input and Output (Stdin/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</a:rPr>
              <a:t>Stdout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).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Why this will be helpful: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Professional engineering tools are rarely "clicked" with a mouse; they are triggered via scripts and terminals. Whether you are building a tool to batch-process medical images or a deployment script for a server, a professional CLI allows your software to be automated, colorful, and user-friendly.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F6FBC1-6409-4059-B87B-1BE513242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6A98E26-C7DC-48E3-8F50-FBF7F3C50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5B3D45F-509E-43F3-B685-A5E78AD0D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C53B0F8-0414-437D-87C2-23F48DF9CE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0B56551-40C7-4552-A11A-6D86B7EB08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1935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8" name="Freeform: Shape 2057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BFB8F6-5BD1-B24F-0506-630B20356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 err="1"/>
              <a:t>argparse</a:t>
            </a:r>
            <a:r>
              <a:rPr lang="en-US" dirty="0"/>
              <a:t> Basics (The Foundation)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BE798B-1DDA-7966-2A78-3FE0DB8E02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7034" y="2198362"/>
            <a:ext cx="4958966" cy="39177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Concept: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argparse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 is the built-in library that lets you pass data into your script at the moment of execution.</a:t>
            </a: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Arguments vs. Flags:</a:t>
            </a: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Positional Arguments: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Required data (e.g., the input filename).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Optional Flags: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Modifiers (e.g.,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--verbose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 or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--output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).</a:t>
            </a: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Auto-Documentation: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By defining your arguments, Python automatically builds the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-h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 or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--help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 menu for your users.</a:t>
            </a: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2051" name="Picture 3" descr="Using Python Argparse To Develop A Command-Line Interfaced Program |  Towards Data Science">
            <a:extLst>
              <a:ext uri="{FF2B5EF4-FFF2-40B4-BE49-F238E27FC236}">
                <a16:creationId xmlns:a16="http://schemas.microsoft.com/office/drawing/2014/main" id="{3E9ABF67-5D6D-2CF6-FFF5-9820902B8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19367" y="2919616"/>
            <a:ext cx="4788505" cy="2286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0" name="Freeform: Shape 2059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174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7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2" name="Freeform: Shape 308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CCBA92-3729-8DAD-86AB-2CA0464F6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sv-SE" dirty="0"/>
              <a:t>Modern CLI Frameworks (Click &amp; Typer)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1D4F47-90F0-379F-C6E3-BAB62A415D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7034" y="2198362"/>
            <a:ext cx="4958966" cy="39177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Why move beyond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argparse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</a:rPr>
              <a:t>?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While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argparse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 is powerful, it can become complex and "wordy" for large tools.</a:t>
            </a: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Click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</a:rPr>
              <a:t>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 professional framework that uses </a:t>
            </a:r>
            <a:r>
              <a:rPr kumimoji="0" lang="en-US" altLang="en-US" sz="20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decorators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to wrap your functions. It automatically handles error messages, colorful terminal text, and nested commands (like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git add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 vs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git commit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).</a:t>
            </a: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"Agile" Feel: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These frameworks make your tools feel like expensive, high-end software used in Silicon Valley.</a:t>
            </a:r>
          </a:p>
        </p:txBody>
      </p:sp>
      <p:pic>
        <p:nvPicPr>
          <p:cNvPr id="3075" name="Picture 3" descr="10 Python CLI Tools Every Developer Should Know | by INFO FUSION HUB |  Medium">
            <a:extLst>
              <a:ext uri="{FF2B5EF4-FFF2-40B4-BE49-F238E27FC236}">
                <a16:creationId xmlns:a16="http://schemas.microsoft.com/office/drawing/2014/main" id="{1C692307-E35E-A6B9-904C-BEC284F64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19367" y="2416823"/>
            <a:ext cx="4788505" cy="3292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4" name="Freeform: Shape 308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015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4" name="Rectangle 4103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6" name="Freeform: Shape 4105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06D742-B369-7146-DB8E-6363EA8F9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Standard Input/Output (Stdin/</a:t>
            </a:r>
            <a:r>
              <a:rPr lang="en-US" dirty="0" err="1"/>
              <a:t>Stdout</a:t>
            </a:r>
            <a:r>
              <a:rPr lang="en-US" dirty="0"/>
              <a:t>) &amp; Piping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01D374B-93E2-96CC-11C6-C6C238A3DE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7034" y="2198362"/>
            <a:ext cx="4958966" cy="39177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Flow of Data: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 professional Linux/Unix environments, programs are like LEGO bricks. One program's output can be the next program's input.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Pipe (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|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You can "pipe" data into your Python script. For example,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cat labels.txt | python my_script.py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Logic: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By reading from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sys.stdin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, your script can process live streams of data coming from other programs without ever saving a temporary file.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4099" name="Picture 3" descr="python - Sending to the stdin of a program in python3 - Stack Overflow">
            <a:extLst>
              <a:ext uri="{FF2B5EF4-FFF2-40B4-BE49-F238E27FC236}">
                <a16:creationId xmlns:a16="http://schemas.microsoft.com/office/drawing/2014/main" id="{08CA6DF2-723E-7C7B-B67F-788D19865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19367" y="2722090"/>
            <a:ext cx="4788505" cy="2681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8" name="Freeform: Shape 4107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01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427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Arial Unicode MS</vt:lpstr>
      <vt:lpstr>Office Theme</vt:lpstr>
      <vt:lpstr>Welcome &amp; Module Induction</vt:lpstr>
      <vt:lpstr>argparse Basics (The Foundation)</vt:lpstr>
      <vt:lpstr>Modern CLI Frameworks (Click &amp; Typer)</vt:lpstr>
      <vt:lpstr>Standard Input/Output (Stdin/Stdout) &amp; Piping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1</cp:revision>
  <dcterms:created xsi:type="dcterms:W3CDTF">2026-04-22T08:57:23Z</dcterms:created>
  <dcterms:modified xsi:type="dcterms:W3CDTF">2026-04-22T09:06:07Z</dcterms:modified>
</cp:coreProperties>
</file>