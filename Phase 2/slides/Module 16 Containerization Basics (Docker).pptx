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2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4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6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3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6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4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81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03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7AB5A-38D2-AED1-18AB-66A007A2A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434438"/>
            <a:ext cx="2983229" cy="26129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The "Why" - It works on my machine!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027583-40FB-4F0B-2A9C-B4EEA76123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080" y="4130979"/>
            <a:ext cx="10637520" cy="18452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 finish your  project. It works perfectly on your Windows laptop with Python 3.14. You send it to a colleague who has a Mac and Python 3.10.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crashes.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AI Specific Problem: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AI libraries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TensorFlow, OpenCV) are very sensitive to versions. If one library is off by a tiny version number, the whole model might fail.</a:t>
            </a:r>
          </a:p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Docker. Instead of just sending the code, you send a "Container" that includes the code, the Python version, and every single library installed exactly as you like it.</a:t>
            </a:r>
          </a:p>
        </p:txBody>
      </p:sp>
      <p:pic>
        <p:nvPicPr>
          <p:cNvPr id="1027" name="Picture 3" descr="Nix forIsolated Developer Environments ...">
            <a:extLst>
              <a:ext uri="{FF2B5EF4-FFF2-40B4-BE49-F238E27FC236}">
                <a16:creationId xmlns:a16="http://schemas.microsoft.com/office/drawing/2014/main" id="{1EB7D4B4-8F3F-ECC2-82D1-B6BE056F2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8345" y="1099456"/>
            <a:ext cx="5753575" cy="333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FF0D0-65B9-1524-CB52-6F3A6862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The "What" - The Shipping Container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A58EC05-E195-DD41-9F64-DE91AFB30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Before shipping containers, loading a boat was a mess. Now, every container is a standard size. You don't care if there are cars or coffee inside; the crane just picks it up.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Docker Image: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your "Recipe" (The Blueprint).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Docker Container: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the "Actual Cake" (The running instance of your code).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Docker Hub: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"Global Warehouse" where you store your images.</a:t>
            </a:r>
          </a:p>
        </p:txBody>
      </p:sp>
      <p:pic>
        <p:nvPicPr>
          <p:cNvPr id="2051" name="Picture 3" descr="What is a Container? | Docker">
            <a:extLst>
              <a:ext uri="{FF2B5EF4-FFF2-40B4-BE49-F238E27FC236}">
                <a16:creationId xmlns:a16="http://schemas.microsoft.com/office/drawing/2014/main" id="{4E6B3140-3EB1-EFC3-8144-5DD1CE597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179" y="2515124"/>
            <a:ext cx="4375829" cy="378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51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E6DFF-7D19-CB9D-78A2-04A7A1D3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The "How" - The </a:t>
            </a:r>
            <a:r>
              <a:rPr lang="en-US"/>
              <a:t>Dockerfile</a:t>
            </a:r>
            <a:endParaRPr lang="en-US" dirty="0"/>
          </a:p>
        </p:txBody>
      </p:sp>
      <p:pic>
        <p:nvPicPr>
          <p:cNvPr id="3074" name="Picture 2" descr="Dockerfile - GeeksforGeeks">
            <a:extLst>
              <a:ext uri="{FF2B5EF4-FFF2-40B4-BE49-F238E27FC236}">
                <a16:creationId xmlns:a16="http://schemas.microsoft.com/office/drawing/2014/main" id="{89BFE37C-20BE-3943-FE98-463AC503E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3112781"/>
            <a:ext cx="5648193" cy="20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921C-D849-F482-B4EC-36A698BF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dirty="0"/>
              <a:t>To create a container, you write a </a:t>
            </a:r>
            <a:r>
              <a:rPr lang="en-US" b="1" dirty="0" err="1"/>
              <a:t>Dockerfile</a:t>
            </a:r>
            <a:r>
              <a:rPr lang="en-US" dirty="0"/>
              <a:t>. Think of this as a script that:</a:t>
            </a:r>
          </a:p>
          <a:p>
            <a:r>
              <a:rPr lang="en-US" dirty="0"/>
              <a:t>Starts a fresh, clean computer (the Base Image).</a:t>
            </a:r>
          </a:p>
          <a:p>
            <a:r>
              <a:rPr lang="en-US" dirty="0"/>
              <a:t>Installs Python.</a:t>
            </a:r>
          </a:p>
          <a:p>
            <a:r>
              <a:rPr lang="en-US" dirty="0"/>
              <a:t>Copies your code into it.</a:t>
            </a:r>
          </a:p>
          <a:p>
            <a:r>
              <a:rPr lang="en-US" dirty="0"/>
              <a:t>Runs your script.</a:t>
            </a:r>
          </a:p>
          <a:p>
            <a:endParaRPr lang="en-US" dirty="0"/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4543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264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Grandview Display</vt:lpstr>
      <vt:lpstr>DashVTI</vt:lpstr>
      <vt:lpstr>The "Why" - It works on my machine!</vt:lpstr>
      <vt:lpstr>The "What" - The Shipping Container</vt:lpstr>
      <vt:lpstr>The "How" - The Dockerfile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2026-04-24T07:11:46Z</dcterms:created>
  <dcterms:modified xsi:type="dcterms:W3CDTF">2026-04-24T07:18:10Z</dcterms:modified>
</cp:coreProperties>
</file>