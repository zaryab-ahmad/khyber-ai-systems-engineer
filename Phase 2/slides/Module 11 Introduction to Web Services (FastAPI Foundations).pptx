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56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7FFBB-3CD6-8B39-26E6-9AD16BC5D8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E4DAE5-FDB1-0CE5-55CB-BF1A9EC11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90867-6F73-29BC-79AF-A36676787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0DDD8-EE81-43FA-BE88-C4543B5E9A9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0C5CB-C17F-D146-0369-1D518244B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25530-0934-F961-A847-F0306D260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DF71-9DFB-4184-9F29-E92DA1409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125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EE2D0-3591-AC25-96ED-968A70D31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FC65B-120F-CF4E-A710-F311A4332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91C01-6B80-B390-319E-4E2FE6401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0DDD8-EE81-43FA-BE88-C4543B5E9A9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548C8-2948-7C72-7ECD-3F3B26A11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C2EAE-6FBC-6D7E-CE8C-A6B617A4C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DF71-9DFB-4184-9F29-E92DA1409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781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ED0F3-456D-2A15-C6C5-F58D6CB60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6845E-3C88-E1A2-DA3F-2461E3E45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17123-3220-C0B3-D240-7517AEA80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0DDD8-EE81-43FA-BE88-C4543B5E9A9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92A6A-475A-A99E-7EAE-7684D720A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2E9AC-C5AE-ED3B-2C2B-FF6282A37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DF71-9DFB-4184-9F29-E92DA1409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376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338A-AFD0-F943-F0D0-782149D59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38CF3-4D59-6F40-28EE-6595BA1464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EDB3F-277B-078D-754A-7EE997EAB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5DADF-F473-685A-80DE-C41BCD407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0DDD8-EE81-43FA-BE88-C4543B5E9A9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6BCDAE-4E79-415F-3A9E-3DF23B89A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CD4D82-7F49-1245-0B4A-36CB615C6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DF71-9DFB-4184-9F29-E92DA1409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07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3962-19FA-A894-6445-886DB979A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A3451-CE4E-0F99-273F-85DD639A3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D84E4E-81E4-3F65-307D-120225FC49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6C0FE2-90CF-B3BD-0776-89C81A30F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B22029-C466-3DA5-A596-ED22269119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F481DE-941D-3C19-F6BF-8D7EE1EA0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0DDD8-EE81-43FA-BE88-C4543B5E9A9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50D8A9-203D-E826-68F4-3E645E435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5FF27D-6346-CAAC-625F-4678AA43E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DF71-9DFB-4184-9F29-E92DA1409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895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07FA1-589F-C283-929A-C4F4B35AA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DB459C-1CF7-3574-4C69-E2428A09D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0DDD8-EE81-43FA-BE88-C4543B5E9A9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DD128D-F10E-0C2F-0609-07B8EFBF6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E3DF28-E75D-5361-69D8-DACAEBA84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DF71-9DFB-4184-9F29-E92DA1409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772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9EA583-5D28-4281-FC3C-1D6F6EAAC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0DDD8-EE81-43FA-BE88-C4543B5E9A9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1FF4E3-85AA-427B-67B6-64455E812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74199-6AC6-19A9-5E35-CAB37F970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DF71-9DFB-4184-9F29-E92DA1409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931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9EC96-69D8-62BE-E806-F018C984C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7D552-AFE4-02D9-D6A1-6FFF39058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0CA1E3-D841-997A-3F93-A1E935E0BD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240E67-7B4D-B410-F64A-893DBC905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0DDD8-EE81-43FA-BE88-C4543B5E9A9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E7D1B-DB91-D6FB-787A-AC5CFA4D7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ADF75-1182-3604-659E-98977EE51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DF71-9DFB-4184-9F29-E92DA1409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522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D4A4D-7F88-3253-231E-ACD8A9DF6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2C045C-E19B-00A0-156C-6A31182641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ABB6DA-3B54-FD8F-7A9D-5C3D267E2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BDB5B-05BC-3CCE-32DA-FD5049021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0DDD8-EE81-43FA-BE88-C4543B5E9A9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9B8E78-6774-DC94-3B27-94106777E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548D79-E143-27B2-817B-ACAC48503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DF71-9DFB-4184-9F29-E92DA1409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628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16680-B336-EAA8-A737-585718874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7FC611-2F6B-3875-9564-85CDFDE261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A7ED8-D422-E8FD-4DF5-3C524812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0DDD8-EE81-43FA-BE88-C4543B5E9A9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34675-B938-4973-F479-8B1641DB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9E5AE-4518-6F50-AA1B-6D51BC211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DF71-9DFB-4184-9F29-E92DA1409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693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BFBE66-E90B-028F-E1DF-7ABE7129CA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A758F6-C87B-0A0F-1067-8F4FD9127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49A97-52B4-F13C-FF53-E85A13D91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0DDD8-EE81-43FA-BE88-C4543B5E9A9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686A2-ACB1-C083-955A-84F6BE69F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2DCF3-31A0-3347-4718-9723E7671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DF71-9DFB-4184-9F29-E92DA1409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321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68FF01-7E8A-F315-CDC0-8051EB7F3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536D0-A983-96A6-6939-888AD1428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B1D5A-775D-0742-BC14-0805D710ED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10DDD8-EE81-43FA-BE88-C4543B5E9A9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68C60-F7D8-5468-CCE3-ACFB863885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8BDAB-9018-EFC0-4FFF-AFA823807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99DF71-9DFB-4184-9F29-E92DA1409A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836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EED04D-15D7-54E9-35D4-9E5F18851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What is FastAPI?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8C7ED2-F78C-73E2-D656-28E19253B2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800" y="2470244"/>
            <a:ext cx="5334197" cy="376983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Modern Standard: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is a high-performance web framework for building APIs with Python 3.8+ based on standard Python type hints.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Speed: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It is one of the fastest Python frameworks available,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rivalinga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Go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NodeJS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thanks to its underlying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Starlette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Pydantic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engines.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Developer Experience: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*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Automatic Docs: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It automatically generates interactive API documentation (Swagger UI) as you code.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Type Safety: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Uses Python type hints to catch errors early and provide great editor support (autocompletion).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Gears of a machine">
            <a:extLst>
              <a:ext uri="{FF2B5EF4-FFF2-40B4-BE49-F238E27FC236}">
                <a16:creationId xmlns:a16="http://schemas.microsoft.com/office/drawing/2014/main" id="{C8E2F09F-7AC3-26B7-A7D4-5EF07CA574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760" r="25063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8370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954511-5699-B8BA-9206-C555BE47F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How It Works (The Mechanics)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58C38A-E45C-1652-D35E-81473D0494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800" y="2470244"/>
            <a:ext cx="5334197" cy="376983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Client-Server Bridge: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acts as the "Server," waiting for "Clients" (like mobile apps or web browsers) to send requests. It then processes the logic and returns data, usually in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JSON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format.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ASGI Advantage: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Unlike older frameworks,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is built on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ASGI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(Asynchronous Server Gateway Interface), allowing it to handle many simultaneous connections without "blocking" or waiting.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Deployment: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It is typically paired with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Uvicorn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a lightning-fast server engine that hosts the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application on a local or cloud network.</a:t>
            </a:r>
          </a:p>
        </p:txBody>
      </p:sp>
      <p:pic>
        <p:nvPicPr>
          <p:cNvPr id="6" name="Picture 5" descr="Illuminated server room panel">
            <a:extLst>
              <a:ext uri="{FF2B5EF4-FFF2-40B4-BE49-F238E27FC236}">
                <a16:creationId xmlns:a16="http://schemas.microsoft.com/office/drawing/2014/main" id="{96EE04A0-F7AD-D309-CDFF-83C6F3951C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16" r="27448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01232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7F8637-AE4D-F773-0388-67F80D80A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5559" y="637762"/>
            <a:ext cx="2899568" cy="5576770"/>
          </a:xfrm>
        </p:spPr>
        <p:txBody>
          <a:bodyPr anchor="ctr">
            <a:normAutofit/>
          </a:bodyPr>
          <a:lstStyle/>
          <a:p>
            <a:pPr algn="l"/>
            <a:r>
              <a:rPr lang="en-US" sz="4800">
                <a:solidFill>
                  <a:schemeClr val="bg1"/>
                </a:solidFill>
              </a:rPr>
              <a:t>Welcome &amp; Module Induction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756CFF-3FA5-4BD8-B6D8-E18ADA54380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444775" y="637762"/>
            <a:ext cx="5600580" cy="557677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What we learned previously: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 Module 10, we mastered being "Clients." We used the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requests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library to fetch data from across the web and learned how to handle JSON payloads and authentication headers.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What we are learning today: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We are switching sides. We are becoming the "Server." We will learn the Client-Server architecture and build our first web endpoints using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Why this will be helpful: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 modern AI engineering, your model (like a 3D segmentation script) needs to be accessible to other apps.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allows you to wrap your Python logic into a "Service" that anyone with a URL can interact with. It is fast, professional, and industry-standard.</a:t>
            </a:r>
          </a:p>
        </p:txBody>
      </p:sp>
    </p:spTree>
    <p:extLst>
      <p:ext uri="{BB962C8B-B14F-4D97-AF65-F5344CB8AC3E}">
        <p14:creationId xmlns:p14="http://schemas.microsoft.com/office/powerpoint/2010/main" val="293809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9427AF5F-9A0E-42B7-A252-FD64C9885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CCE12A-8E46-CEBE-7BDB-9AF383763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n-US" sz="4000"/>
              <a:t>What is an API? (Client vs. Server Architecture)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02E0F1-8B3B-6EE0-D2C5-14D01B53AD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5625"/>
            <a:ext cx="4152774" cy="43034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Client: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The application that asks for data (like a mobile app or your scripts from Module 10).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Server: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The program that listens for requests, processes logic, and sends back a response (the "Service").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API (Application Programming Interface):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The bridge that allows them to communicate.</a:t>
            </a:r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F3BF62DD-847C-EB33-8BB8-985CBE5C4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11" b="-2"/>
          <a:stretch>
            <a:fillRect/>
          </a:stretch>
        </p:blipFill>
        <p:spPr bwMode="auto">
          <a:xfrm>
            <a:off x="5183500" y="1904282"/>
            <a:ext cx="6170299" cy="4224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1434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082" name="Arc 308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8EF273-F223-6F9D-C4CE-FC1FBDEAE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sz="4100"/>
              <a:t>Building Your First Endpoints (GET &amp; POST)</a:t>
            </a:r>
          </a:p>
        </p:txBody>
      </p:sp>
      <p:sp>
        <p:nvSpPr>
          <p:cNvPr id="3084" name="Freeform: Shape 308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075" name="Picture 3" descr="GET and POST requests using Python – Indian Pythonista">
            <a:extLst>
              <a:ext uri="{FF2B5EF4-FFF2-40B4-BE49-F238E27FC236}">
                <a16:creationId xmlns:a16="http://schemas.microsoft.com/office/drawing/2014/main" id="{FEBC6D51-4A67-83AE-6354-4891F5B64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3182" y="2113952"/>
            <a:ext cx="4777381" cy="246035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BDE9F0C-64B6-8062-2796-2BB8710EDC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94962" y="1984443"/>
            <a:ext cx="5458838" cy="41925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GET Endpoint: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Used to retrieve data. For example, checking if the AI server is online.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POST Endpoint: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Used to send data to the server. For example, uploading an image file for processing.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Automatic Docs: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automatically generates a professional "Swagger" UI at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/docs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so users know exactly how to use your tool.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590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485B84-B950-3982-153B-EC0DF4A87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990" y="637763"/>
            <a:ext cx="2916358" cy="1627274"/>
          </a:xfrm>
        </p:spPr>
        <p:txBody>
          <a:bodyPr anchor="t">
            <a:normAutofit/>
          </a:bodyPr>
          <a:lstStyle/>
          <a:p>
            <a:r>
              <a:rPr lang="en-US" sz="3700" dirty="0" err="1"/>
              <a:t>Uvicorn</a:t>
            </a:r>
            <a:r>
              <a:rPr lang="en-US" sz="3700" dirty="0"/>
              <a:t> &amp; Local Hosting</a:t>
            </a:r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" y="0"/>
            <a:ext cx="7534621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8963" y="2420200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098" name="Picture 2" descr="Mastering Gunicorn and Uvicorn: The Right Way to Deploy FastAPI  Applications | by iklobato | Medium">
            <a:extLst>
              <a:ext uri="{FF2B5EF4-FFF2-40B4-BE49-F238E27FC236}">
                <a16:creationId xmlns:a16="http://schemas.microsoft.com/office/drawing/2014/main" id="{EC931D58-E4EB-B747-5660-51BE6FD5F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29954" y="637762"/>
            <a:ext cx="5576770" cy="5576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99449-7936-C159-CFF9-1821FA3A4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937" y="2580828"/>
            <a:ext cx="2916406" cy="3633699"/>
          </a:xfrm>
        </p:spPr>
        <p:txBody>
          <a:bodyPr>
            <a:normAutofit/>
          </a:bodyPr>
          <a:lstStyle/>
          <a:p>
            <a:r>
              <a:rPr lang="en-US" sz="2000" b="1" dirty="0"/>
              <a:t>The Engine:</a:t>
            </a:r>
            <a:r>
              <a:rPr lang="en-US" sz="2000" dirty="0"/>
              <a:t> While </a:t>
            </a:r>
            <a:r>
              <a:rPr lang="en-US" sz="2000" dirty="0" err="1"/>
              <a:t>FastAPI</a:t>
            </a:r>
            <a:r>
              <a:rPr lang="en-US" sz="2000" dirty="0"/>
              <a:t> is the code, </a:t>
            </a:r>
            <a:r>
              <a:rPr lang="en-US" sz="2000" b="1" dirty="0" err="1"/>
              <a:t>Uvicorn</a:t>
            </a:r>
            <a:r>
              <a:rPr lang="en-US" sz="2000" dirty="0"/>
              <a:t> is the lightning-fast engine (ASGI server) that runs it.</a:t>
            </a:r>
          </a:p>
          <a:p>
            <a:r>
              <a:rPr lang="en-US" sz="2000" b="1" dirty="0"/>
              <a:t>Localhost:</a:t>
            </a:r>
            <a:r>
              <a:rPr lang="en-US" sz="2000" dirty="0"/>
              <a:t> Your computer will act as the server, listening on port 8000. You can access it at http://127.0.0.1:8000.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12087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531</Words>
  <Application>Microsoft Office PowerPoint</Application>
  <PresentationFormat>Widescreen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Arial Unicode MS</vt:lpstr>
      <vt:lpstr>Calibri</vt:lpstr>
      <vt:lpstr>Office Theme</vt:lpstr>
      <vt:lpstr>What is FastAPI?</vt:lpstr>
      <vt:lpstr>How It Works (The Mechanics)</vt:lpstr>
      <vt:lpstr>Welcome &amp; Module Induction</vt:lpstr>
      <vt:lpstr>What is an API? (Client vs. Server Architecture)</vt:lpstr>
      <vt:lpstr>Building Your First Endpoints (GET &amp; POST)</vt:lpstr>
      <vt:lpstr>Uvicorn &amp; Local Hosting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2</cp:revision>
  <dcterms:created xsi:type="dcterms:W3CDTF">2026-04-22T09:43:06Z</dcterms:created>
  <dcterms:modified xsi:type="dcterms:W3CDTF">2026-04-22T09:58:13Z</dcterms:modified>
</cp:coreProperties>
</file>