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33C83B-C7B1-4F98-9F00-7AA025296E2E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5BAEB1-796E-4669-81A6-6957FB8EDE8D}">
      <dgm:prSet/>
      <dgm:spPr/>
      <dgm:t>
        <a:bodyPr/>
        <a:lstStyle/>
        <a:p>
          <a:r>
            <a:rPr lang="en-US" b="1" i="0" baseline="0"/>
            <a:t>The Problem:</a:t>
          </a:r>
          <a:r>
            <a:rPr lang="en-US" b="0" i="0" baseline="0"/>
            <a:t> If you share your project, the other person needs exactly the same ingredients.</a:t>
          </a:r>
          <a:endParaRPr lang="en-US"/>
        </a:p>
      </dgm:t>
    </dgm:pt>
    <dgm:pt modelId="{6F6F9F17-F5F3-4804-9996-7B620AF11329}" type="parTrans" cxnId="{3620D394-9053-47EB-B5A8-2AE97604DA45}">
      <dgm:prSet/>
      <dgm:spPr/>
      <dgm:t>
        <a:bodyPr/>
        <a:lstStyle/>
        <a:p>
          <a:endParaRPr lang="en-US"/>
        </a:p>
      </dgm:t>
    </dgm:pt>
    <dgm:pt modelId="{F8B11F0E-0EFD-4F89-A4A2-7EE72D591679}" type="sibTrans" cxnId="{3620D394-9053-47EB-B5A8-2AE97604DA45}">
      <dgm:prSet/>
      <dgm:spPr/>
      <dgm:t>
        <a:bodyPr/>
        <a:lstStyle/>
        <a:p>
          <a:endParaRPr lang="en-US"/>
        </a:p>
      </dgm:t>
    </dgm:pt>
    <dgm:pt modelId="{9D7885C6-B28E-476F-BA06-BDF829C701E1}">
      <dgm:prSet/>
      <dgm:spPr/>
      <dgm:t>
        <a:bodyPr/>
        <a:lstStyle/>
        <a:p>
          <a:r>
            <a:rPr lang="en-US" b="1" i="0" baseline="0"/>
            <a:t>The Solution:</a:t>
          </a:r>
          <a:r>
            <a:rPr lang="en-US" b="0" i="0" baseline="0"/>
            <a:t> A simple text file listing all libraries.</a:t>
          </a:r>
          <a:endParaRPr lang="en-US"/>
        </a:p>
      </dgm:t>
    </dgm:pt>
    <dgm:pt modelId="{F8771231-630D-4509-9120-157E2ED5006C}" type="parTrans" cxnId="{D9F8BF4A-D308-4B16-B580-B79E503A7BBD}">
      <dgm:prSet/>
      <dgm:spPr/>
      <dgm:t>
        <a:bodyPr/>
        <a:lstStyle/>
        <a:p>
          <a:endParaRPr lang="en-US"/>
        </a:p>
      </dgm:t>
    </dgm:pt>
    <dgm:pt modelId="{4658265C-1E03-46E0-B17D-5038D9D9F7E5}" type="sibTrans" cxnId="{D9F8BF4A-D308-4B16-B580-B79E503A7BBD}">
      <dgm:prSet/>
      <dgm:spPr/>
      <dgm:t>
        <a:bodyPr/>
        <a:lstStyle/>
        <a:p>
          <a:endParaRPr lang="en-US"/>
        </a:p>
      </dgm:t>
    </dgm:pt>
    <dgm:pt modelId="{D5834200-0243-4B2E-81AC-866D69344929}">
      <dgm:prSet/>
      <dgm:spPr/>
      <dgm:t>
        <a:bodyPr/>
        <a:lstStyle/>
        <a:p>
          <a:r>
            <a:rPr lang="en-US" b="1" i="0" baseline="0"/>
            <a:t>Pinning:</a:t>
          </a:r>
          <a:r>
            <a:rPr lang="en-US" b="0" i="0" baseline="0"/>
            <a:t> Explain the difference between pip install numpy (gets whatever the newest version is today) and pip install numpy==1.24.3 (gets the exact version you tested your code with).</a:t>
          </a:r>
          <a:endParaRPr lang="en-US"/>
        </a:p>
      </dgm:t>
    </dgm:pt>
    <dgm:pt modelId="{FBED0A5D-CF74-4C86-A7F7-EA1EDAFC105C}" type="parTrans" cxnId="{4DB7DBE8-AD82-42F9-AADC-C63F8806FE1B}">
      <dgm:prSet/>
      <dgm:spPr/>
      <dgm:t>
        <a:bodyPr/>
        <a:lstStyle/>
        <a:p>
          <a:endParaRPr lang="en-US"/>
        </a:p>
      </dgm:t>
    </dgm:pt>
    <dgm:pt modelId="{51E205A3-EBC8-4393-A5B6-C297FDBB9398}" type="sibTrans" cxnId="{4DB7DBE8-AD82-42F9-AADC-C63F8806FE1B}">
      <dgm:prSet/>
      <dgm:spPr/>
      <dgm:t>
        <a:bodyPr/>
        <a:lstStyle/>
        <a:p>
          <a:endParaRPr lang="en-US"/>
        </a:p>
      </dgm:t>
    </dgm:pt>
    <dgm:pt modelId="{84093902-E0F2-4FAD-85FB-D87A30BB3CEC}" type="pres">
      <dgm:prSet presAssocID="{B833C83B-C7B1-4F98-9F00-7AA025296E2E}" presName="Name0" presStyleCnt="0">
        <dgm:presLayoutVars>
          <dgm:dir/>
          <dgm:animLvl val="lvl"/>
          <dgm:resizeHandles val="exact"/>
        </dgm:presLayoutVars>
      </dgm:prSet>
      <dgm:spPr/>
    </dgm:pt>
    <dgm:pt modelId="{703ABF8E-60A2-4EE1-ADF2-47C263D2D54E}" type="pres">
      <dgm:prSet presAssocID="{D5834200-0243-4B2E-81AC-866D69344929}" presName="boxAndChildren" presStyleCnt="0"/>
      <dgm:spPr/>
    </dgm:pt>
    <dgm:pt modelId="{AEE2AF1D-5254-4B6D-8424-BA5C8BD6FE23}" type="pres">
      <dgm:prSet presAssocID="{D5834200-0243-4B2E-81AC-866D69344929}" presName="parentTextBox" presStyleLbl="node1" presStyleIdx="0" presStyleCnt="3"/>
      <dgm:spPr/>
    </dgm:pt>
    <dgm:pt modelId="{DBC9D20A-7F14-49EC-B43E-651472B4365B}" type="pres">
      <dgm:prSet presAssocID="{4658265C-1E03-46E0-B17D-5038D9D9F7E5}" presName="sp" presStyleCnt="0"/>
      <dgm:spPr/>
    </dgm:pt>
    <dgm:pt modelId="{912F6D9E-0B15-453E-B624-54893CE2CEFA}" type="pres">
      <dgm:prSet presAssocID="{9D7885C6-B28E-476F-BA06-BDF829C701E1}" presName="arrowAndChildren" presStyleCnt="0"/>
      <dgm:spPr/>
    </dgm:pt>
    <dgm:pt modelId="{769D8C24-05B2-4CF7-9951-B5A5634E1D64}" type="pres">
      <dgm:prSet presAssocID="{9D7885C6-B28E-476F-BA06-BDF829C701E1}" presName="parentTextArrow" presStyleLbl="node1" presStyleIdx="1" presStyleCnt="3"/>
      <dgm:spPr/>
    </dgm:pt>
    <dgm:pt modelId="{0DC38EA5-C6AA-489A-9142-8A04C539D3C0}" type="pres">
      <dgm:prSet presAssocID="{F8B11F0E-0EFD-4F89-A4A2-7EE72D591679}" presName="sp" presStyleCnt="0"/>
      <dgm:spPr/>
    </dgm:pt>
    <dgm:pt modelId="{489492C3-828F-4ED4-949D-8CC2A41D776A}" type="pres">
      <dgm:prSet presAssocID="{5A5BAEB1-796E-4669-81A6-6957FB8EDE8D}" presName="arrowAndChildren" presStyleCnt="0"/>
      <dgm:spPr/>
    </dgm:pt>
    <dgm:pt modelId="{7B1AB979-EC6C-4013-935E-8BCF2E3FB7BA}" type="pres">
      <dgm:prSet presAssocID="{5A5BAEB1-796E-4669-81A6-6957FB8EDE8D}" presName="parentTextArrow" presStyleLbl="node1" presStyleIdx="2" presStyleCnt="3"/>
      <dgm:spPr/>
    </dgm:pt>
  </dgm:ptLst>
  <dgm:cxnLst>
    <dgm:cxn modelId="{D9F8BF4A-D308-4B16-B580-B79E503A7BBD}" srcId="{B833C83B-C7B1-4F98-9F00-7AA025296E2E}" destId="{9D7885C6-B28E-476F-BA06-BDF829C701E1}" srcOrd="1" destOrd="0" parTransId="{F8771231-630D-4509-9120-157E2ED5006C}" sibTransId="{4658265C-1E03-46E0-B17D-5038D9D9F7E5}"/>
    <dgm:cxn modelId="{3620D394-9053-47EB-B5A8-2AE97604DA45}" srcId="{B833C83B-C7B1-4F98-9F00-7AA025296E2E}" destId="{5A5BAEB1-796E-4669-81A6-6957FB8EDE8D}" srcOrd="0" destOrd="0" parTransId="{6F6F9F17-F5F3-4804-9996-7B620AF11329}" sibTransId="{F8B11F0E-0EFD-4F89-A4A2-7EE72D591679}"/>
    <dgm:cxn modelId="{14E13DB8-4692-4945-94CA-324DC0E35696}" type="presOf" srcId="{9D7885C6-B28E-476F-BA06-BDF829C701E1}" destId="{769D8C24-05B2-4CF7-9951-B5A5634E1D64}" srcOrd="0" destOrd="0" presId="urn:microsoft.com/office/officeart/2005/8/layout/process4"/>
    <dgm:cxn modelId="{106772BD-493C-4A15-AA3D-E57F09ED4814}" type="presOf" srcId="{5A5BAEB1-796E-4669-81A6-6957FB8EDE8D}" destId="{7B1AB979-EC6C-4013-935E-8BCF2E3FB7BA}" srcOrd="0" destOrd="0" presId="urn:microsoft.com/office/officeart/2005/8/layout/process4"/>
    <dgm:cxn modelId="{7A687AE6-4851-417E-8E61-484887985BE9}" type="presOf" srcId="{D5834200-0243-4B2E-81AC-866D69344929}" destId="{AEE2AF1D-5254-4B6D-8424-BA5C8BD6FE23}" srcOrd="0" destOrd="0" presId="urn:microsoft.com/office/officeart/2005/8/layout/process4"/>
    <dgm:cxn modelId="{4DB7DBE8-AD82-42F9-AADC-C63F8806FE1B}" srcId="{B833C83B-C7B1-4F98-9F00-7AA025296E2E}" destId="{D5834200-0243-4B2E-81AC-866D69344929}" srcOrd="2" destOrd="0" parTransId="{FBED0A5D-CF74-4C86-A7F7-EA1EDAFC105C}" sibTransId="{51E205A3-EBC8-4393-A5B6-C297FDBB9398}"/>
    <dgm:cxn modelId="{A48518FE-B8B5-4D45-AE3B-C1B6571770F6}" type="presOf" srcId="{B833C83B-C7B1-4F98-9F00-7AA025296E2E}" destId="{84093902-E0F2-4FAD-85FB-D87A30BB3CEC}" srcOrd="0" destOrd="0" presId="urn:microsoft.com/office/officeart/2005/8/layout/process4"/>
    <dgm:cxn modelId="{32CC4D67-0003-4A55-AABE-78F72E3E39CA}" type="presParOf" srcId="{84093902-E0F2-4FAD-85FB-D87A30BB3CEC}" destId="{703ABF8E-60A2-4EE1-ADF2-47C263D2D54E}" srcOrd="0" destOrd="0" presId="urn:microsoft.com/office/officeart/2005/8/layout/process4"/>
    <dgm:cxn modelId="{6D9427B3-17A2-4911-899D-C59E804D5098}" type="presParOf" srcId="{703ABF8E-60A2-4EE1-ADF2-47C263D2D54E}" destId="{AEE2AF1D-5254-4B6D-8424-BA5C8BD6FE23}" srcOrd="0" destOrd="0" presId="urn:microsoft.com/office/officeart/2005/8/layout/process4"/>
    <dgm:cxn modelId="{569DB5E4-5131-4BC0-8F6A-A94813C54DED}" type="presParOf" srcId="{84093902-E0F2-4FAD-85FB-D87A30BB3CEC}" destId="{DBC9D20A-7F14-49EC-B43E-651472B4365B}" srcOrd="1" destOrd="0" presId="urn:microsoft.com/office/officeart/2005/8/layout/process4"/>
    <dgm:cxn modelId="{AD750CF3-2830-4A66-84EA-C181BD2591E4}" type="presParOf" srcId="{84093902-E0F2-4FAD-85FB-D87A30BB3CEC}" destId="{912F6D9E-0B15-453E-B624-54893CE2CEFA}" srcOrd="2" destOrd="0" presId="urn:microsoft.com/office/officeart/2005/8/layout/process4"/>
    <dgm:cxn modelId="{7D59C5A3-2B84-4B65-9E89-C0FC7841A9C1}" type="presParOf" srcId="{912F6D9E-0B15-453E-B624-54893CE2CEFA}" destId="{769D8C24-05B2-4CF7-9951-B5A5634E1D64}" srcOrd="0" destOrd="0" presId="urn:microsoft.com/office/officeart/2005/8/layout/process4"/>
    <dgm:cxn modelId="{AEC6F2DC-BD94-4D59-A703-AE9A30C56B39}" type="presParOf" srcId="{84093902-E0F2-4FAD-85FB-D87A30BB3CEC}" destId="{0DC38EA5-C6AA-489A-9142-8A04C539D3C0}" srcOrd="3" destOrd="0" presId="urn:microsoft.com/office/officeart/2005/8/layout/process4"/>
    <dgm:cxn modelId="{E8152B6B-149A-43D3-BE25-5401EF3F1C0A}" type="presParOf" srcId="{84093902-E0F2-4FAD-85FB-D87A30BB3CEC}" destId="{489492C3-828F-4ED4-949D-8CC2A41D776A}" srcOrd="4" destOrd="0" presId="urn:microsoft.com/office/officeart/2005/8/layout/process4"/>
    <dgm:cxn modelId="{5449644D-B9E1-4A87-898F-05C1B6878955}" type="presParOf" srcId="{489492C3-828F-4ED4-949D-8CC2A41D776A}" destId="{7B1AB979-EC6C-4013-935E-8BCF2E3FB7B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234DF4-AAE2-4228-B0AC-D8D583973B6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E131A6-ACB8-4ABE-90E2-34AF27591E34}">
      <dgm:prSet/>
      <dgm:spPr/>
      <dgm:t>
        <a:bodyPr/>
        <a:lstStyle/>
        <a:p>
          <a:r>
            <a:rPr lang="en-US" b="1" i="0" baseline="0"/>
            <a:t>The "Dependency Hell" Problem:</a:t>
          </a:r>
          <a:r>
            <a:rPr lang="en-US" b="0" i="0" baseline="0"/>
            <a:t> Even if you pin Library A, it might secretly install Library B in the background. If Library B updates, your code breaks silently. This is fatal when relying on specific CUDA toolkits or precise versions of PyTorch for complex computer vision models.</a:t>
          </a:r>
          <a:endParaRPr lang="en-US"/>
        </a:p>
      </dgm:t>
    </dgm:pt>
    <dgm:pt modelId="{8AE7CA5C-1632-4D5B-A773-DE717773DF81}" type="parTrans" cxnId="{ED854043-D480-4884-A15A-F05C95E7C78A}">
      <dgm:prSet/>
      <dgm:spPr/>
      <dgm:t>
        <a:bodyPr/>
        <a:lstStyle/>
        <a:p>
          <a:endParaRPr lang="en-US"/>
        </a:p>
      </dgm:t>
    </dgm:pt>
    <dgm:pt modelId="{E62A3056-7A06-4D4B-8630-6E907B2059AE}" type="sibTrans" cxnId="{ED854043-D480-4884-A15A-F05C95E7C78A}">
      <dgm:prSet/>
      <dgm:spPr/>
      <dgm:t>
        <a:bodyPr/>
        <a:lstStyle/>
        <a:p>
          <a:endParaRPr lang="en-US"/>
        </a:p>
      </dgm:t>
    </dgm:pt>
    <dgm:pt modelId="{0334C305-A26D-40BB-B65D-30E533D9A702}">
      <dgm:prSet/>
      <dgm:spPr/>
      <dgm:t>
        <a:bodyPr/>
        <a:lstStyle/>
        <a:p>
          <a:r>
            <a:rPr lang="en-US" b="1" i="0" baseline="0"/>
            <a:t>The Solution:</a:t>
          </a:r>
          <a:r>
            <a:rPr lang="en-US" b="0" i="0" baseline="0"/>
            <a:t> Lockfiles (poetry.lock or Pipfile.lock). These tools calculate a massive tree of </a:t>
          </a:r>
          <a:r>
            <a:rPr lang="en-US" b="0" i="1" baseline="0"/>
            <a:t>every single sub-dependency</a:t>
          </a:r>
          <a:r>
            <a:rPr lang="en-US" b="0" i="0" baseline="0"/>
            <a:t> and lock them to an exact cryptographic hash. This guarantees the environment builds perfectly on any machine, every single time.</a:t>
          </a:r>
          <a:endParaRPr lang="en-US"/>
        </a:p>
      </dgm:t>
    </dgm:pt>
    <dgm:pt modelId="{398374E6-49DB-41CA-995D-33885BB84069}" type="parTrans" cxnId="{8B27F326-7517-4EC2-8174-3C83A92840F1}">
      <dgm:prSet/>
      <dgm:spPr/>
      <dgm:t>
        <a:bodyPr/>
        <a:lstStyle/>
        <a:p>
          <a:endParaRPr lang="en-US"/>
        </a:p>
      </dgm:t>
    </dgm:pt>
    <dgm:pt modelId="{F2F07170-0194-49F2-963E-CFE79082F178}" type="sibTrans" cxnId="{8B27F326-7517-4EC2-8174-3C83A92840F1}">
      <dgm:prSet/>
      <dgm:spPr/>
      <dgm:t>
        <a:bodyPr/>
        <a:lstStyle/>
        <a:p>
          <a:endParaRPr lang="en-US"/>
        </a:p>
      </dgm:t>
    </dgm:pt>
    <dgm:pt modelId="{7BCBA0BE-F248-4F1B-B207-153172C2274C}" type="pres">
      <dgm:prSet presAssocID="{A8234DF4-AAE2-4228-B0AC-D8D583973B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CC5903-CE23-4E0A-B557-E5E461904CD3}" type="pres">
      <dgm:prSet presAssocID="{93E131A6-ACB8-4ABE-90E2-34AF27591E34}" presName="hierRoot1" presStyleCnt="0"/>
      <dgm:spPr/>
    </dgm:pt>
    <dgm:pt modelId="{9D4D3CA9-D36D-4479-AFDF-6369AAC36E71}" type="pres">
      <dgm:prSet presAssocID="{93E131A6-ACB8-4ABE-90E2-34AF27591E34}" presName="composite" presStyleCnt="0"/>
      <dgm:spPr/>
    </dgm:pt>
    <dgm:pt modelId="{182D719D-16BC-4184-B617-12B721940892}" type="pres">
      <dgm:prSet presAssocID="{93E131A6-ACB8-4ABE-90E2-34AF27591E34}" presName="background" presStyleLbl="node0" presStyleIdx="0" presStyleCnt="2"/>
      <dgm:spPr/>
    </dgm:pt>
    <dgm:pt modelId="{FFF02C90-D963-4923-99DC-9F86BB7BA26B}" type="pres">
      <dgm:prSet presAssocID="{93E131A6-ACB8-4ABE-90E2-34AF27591E34}" presName="text" presStyleLbl="fgAcc0" presStyleIdx="0" presStyleCnt="2">
        <dgm:presLayoutVars>
          <dgm:chPref val="3"/>
        </dgm:presLayoutVars>
      </dgm:prSet>
      <dgm:spPr/>
    </dgm:pt>
    <dgm:pt modelId="{AD7A9059-F719-4C91-9C1F-57825A477A5F}" type="pres">
      <dgm:prSet presAssocID="{93E131A6-ACB8-4ABE-90E2-34AF27591E34}" presName="hierChild2" presStyleCnt="0"/>
      <dgm:spPr/>
    </dgm:pt>
    <dgm:pt modelId="{E30F40EB-EF2D-4010-9059-7CF42BC3878A}" type="pres">
      <dgm:prSet presAssocID="{0334C305-A26D-40BB-B65D-30E533D9A702}" presName="hierRoot1" presStyleCnt="0"/>
      <dgm:spPr/>
    </dgm:pt>
    <dgm:pt modelId="{3B0ABDF7-3BAA-4352-8A27-3B3955C1C1C7}" type="pres">
      <dgm:prSet presAssocID="{0334C305-A26D-40BB-B65D-30E533D9A702}" presName="composite" presStyleCnt="0"/>
      <dgm:spPr/>
    </dgm:pt>
    <dgm:pt modelId="{9697F9B0-860B-42FB-B3CA-3FD97A2B7598}" type="pres">
      <dgm:prSet presAssocID="{0334C305-A26D-40BB-B65D-30E533D9A702}" presName="background" presStyleLbl="node0" presStyleIdx="1" presStyleCnt="2"/>
      <dgm:spPr/>
    </dgm:pt>
    <dgm:pt modelId="{11A10F6C-716E-4F2F-9ACC-AC75F86C0B24}" type="pres">
      <dgm:prSet presAssocID="{0334C305-A26D-40BB-B65D-30E533D9A702}" presName="text" presStyleLbl="fgAcc0" presStyleIdx="1" presStyleCnt="2">
        <dgm:presLayoutVars>
          <dgm:chPref val="3"/>
        </dgm:presLayoutVars>
      </dgm:prSet>
      <dgm:spPr/>
    </dgm:pt>
    <dgm:pt modelId="{CB554EEC-F082-49F2-BC71-C770651147CF}" type="pres">
      <dgm:prSet presAssocID="{0334C305-A26D-40BB-B65D-30E533D9A702}" presName="hierChild2" presStyleCnt="0"/>
      <dgm:spPr/>
    </dgm:pt>
  </dgm:ptLst>
  <dgm:cxnLst>
    <dgm:cxn modelId="{8B27F326-7517-4EC2-8174-3C83A92840F1}" srcId="{A8234DF4-AAE2-4228-B0AC-D8D583973B6B}" destId="{0334C305-A26D-40BB-B65D-30E533D9A702}" srcOrd="1" destOrd="0" parTransId="{398374E6-49DB-41CA-995D-33885BB84069}" sibTransId="{F2F07170-0194-49F2-963E-CFE79082F178}"/>
    <dgm:cxn modelId="{ED854043-D480-4884-A15A-F05C95E7C78A}" srcId="{A8234DF4-AAE2-4228-B0AC-D8D583973B6B}" destId="{93E131A6-ACB8-4ABE-90E2-34AF27591E34}" srcOrd="0" destOrd="0" parTransId="{8AE7CA5C-1632-4D5B-A773-DE717773DF81}" sibTransId="{E62A3056-7A06-4D4B-8630-6E907B2059AE}"/>
    <dgm:cxn modelId="{83E35467-548A-43BF-9E19-691560603D74}" type="presOf" srcId="{0334C305-A26D-40BB-B65D-30E533D9A702}" destId="{11A10F6C-716E-4F2F-9ACC-AC75F86C0B24}" srcOrd="0" destOrd="0" presId="urn:microsoft.com/office/officeart/2005/8/layout/hierarchy1"/>
    <dgm:cxn modelId="{E061468C-3A0F-4BE3-948B-DC308C7F3CDB}" type="presOf" srcId="{A8234DF4-AAE2-4228-B0AC-D8D583973B6B}" destId="{7BCBA0BE-F248-4F1B-B207-153172C2274C}" srcOrd="0" destOrd="0" presId="urn:microsoft.com/office/officeart/2005/8/layout/hierarchy1"/>
    <dgm:cxn modelId="{FD7BC495-4129-4E79-9A1D-2562D3B750BC}" type="presOf" srcId="{93E131A6-ACB8-4ABE-90E2-34AF27591E34}" destId="{FFF02C90-D963-4923-99DC-9F86BB7BA26B}" srcOrd="0" destOrd="0" presId="urn:microsoft.com/office/officeart/2005/8/layout/hierarchy1"/>
    <dgm:cxn modelId="{146C4029-BF8C-4E2A-9CA3-D03B47FA1CF8}" type="presParOf" srcId="{7BCBA0BE-F248-4F1B-B207-153172C2274C}" destId="{19CC5903-CE23-4E0A-B557-E5E461904CD3}" srcOrd="0" destOrd="0" presId="urn:microsoft.com/office/officeart/2005/8/layout/hierarchy1"/>
    <dgm:cxn modelId="{767864CE-2696-49E8-ABE3-D7A4A7C03D32}" type="presParOf" srcId="{19CC5903-CE23-4E0A-B557-E5E461904CD3}" destId="{9D4D3CA9-D36D-4479-AFDF-6369AAC36E71}" srcOrd="0" destOrd="0" presId="urn:microsoft.com/office/officeart/2005/8/layout/hierarchy1"/>
    <dgm:cxn modelId="{07F31A75-5F6D-4955-8F39-8F281A9C88FC}" type="presParOf" srcId="{9D4D3CA9-D36D-4479-AFDF-6369AAC36E71}" destId="{182D719D-16BC-4184-B617-12B721940892}" srcOrd="0" destOrd="0" presId="urn:microsoft.com/office/officeart/2005/8/layout/hierarchy1"/>
    <dgm:cxn modelId="{FE2280BF-98D9-4811-BCA0-AB30756AD4FA}" type="presParOf" srcId="{9D4D3CA9-D36D-4479-AFDF-6369AAC36E71}" destId="{FFF02C90-D963-4923-99DC-9F86BB7BA26B}" srcOrd="1" destOrd="0" presId="urn:microsoft.com/office/officeart/2005/8/layout/hierarchy1"/>
    <dgm:cxn modelId="{5A4D2B75-E6AC-4537-8B2E-E519BFE9F46E}" type="presParOf" srcId="{19CC5903-CE23-4E0A-B557-E5E461904CD3}" destId="{AD7A9059-F719-4C91-9C1F-57825A477A5F}" srcOrd="1" destOrd="0" presId="urn:microsoft.com/office/officeart/2005/8/layout/hierarchy1"/>
    <dgm:cxn modelId="{638648DD-C206-4AD7-8EAB-97E8010B16E6}" type="presParOf" srcId="{7BCBA0BE-F248-4F1B-B207-153172C2274C}" destId="{E30F40EB-EF2D-4010-9059-7CF42BC3878A}" srcOrd="1" destOrd="0" presId="urn:microsoft.com/office/officeart/2005/8/layout/hierarchy1"/>
    <dgm:cxn modelId="{56E5A616-2570-4433-8A25-2E48ACCFD4AE}" type="presParOf" srcId="{E30F40EB-EF2D-4010-9059-7CF42BC3878A}" destId="{3B0ABDF7-3BAA-4352-8A27-3B3955C1C1C7}" srcOrd="0" destOrd="0" presId="urn:microsoft.com/office/officeart/2005/8/layout/hierarchy1"/>
    <dgm:cxn modelId="{01D2A182-69F6-45B5-B81A-5364FE70FF77}" type="presParOf" srcId="{3B0ABDF7-3BAA-4352-8A27-3B3955C1C1C7}" destId="{9697F9B0-860B-42FB-B3CA-3FD97A2B7598}" srcOrd="0" destOrd="0" presId="urn:microsoft.com/office/officeart/2005/8/layout/hierarchy1"/>
    <dgm:cxn modelId="{92E65993-9651-4116-970B-869A73776A29}" type="presParOf" srcId="{3B0ABDF7-3BAA-4352-8A27-3B3955C1C1C7}" destId="{11A10F6C-716E-4F2F-9ACC-AC75F86C0B24}" srcOrd="1" destOrd="0" presId="urn:microsoft.com/office/officeart/2005/8/layout/hierarchy1"/>
    <dgm:cxn modelId="{1530491E-BF8D-4654-813C-C68D7D5EEE6F}" type="presParOf" srcId="{E30F40EB-EF2D-4010-9059-7CF42BC3878A}" destId="{CB554EEC-F082-49F2-BC71-C770651147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1BE1D8-852B-4399-9C1D-C27477D6D8F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22459C-6987-4F1B-8CC2-69DBFF9E6139}">
      <dgm:prSet/>
      <dgm:spPr/>
      <dgm:t>
        <a:bodyPr/>
        <a:lstStyle/>
        <a:p>
          <a:r>
            <a:rPr lang="en-US" b="1" i="0" baseline="0"/>
            <a:t>The Challenge:</a:t>
          </a:r>
          <a:r>
            <a:rPr lang="en-US" b="0" i="0" baseline="0"/>
            <a:t> Downloading massive 2GB AI frameworks repeatedly wastes time, especially in lab environments where internet speeds can fluctuate or drop.</a:t>
          </a:r>
          <a:endParaRPr lang="en-US"/>
        </a:p>
      </dgm:t>
    </dgm:pt>
    <dgm:pt modelId="{0E2C8814-1F6A-425D-88B1-38778438F9C9}" type="parTrans" cxnId="{1B8F6E2A-1C63-43C5-B9F7-6F3BEFBB4161}">
      <dgm:prSet/>
      <dgm:spPr/>
      <dgm:t>
        <a:bodyPr/>
        <a:lstStyle/>
        <a:p>
          <a:endParaRPr lang="en-US"/>
        </a:p>
      </dgm:t>
    </dgm:pt>
    <dgm:pt modelId="{A37C8931-0B04-4060-A476-386EA3A3B7F6}" type="sibTrans" cxnId="{1B8F6E2A-1C63-43C5-B9F7-6F3BEFBB4161}">
      <dgm:prSet/>
      <dgm:spPr/>
      <dgm:t>
        <a:bodyPr/>
        <a:lstStyle/>
        <a:p>
          <a:endParaRPr lang="en-US"/>
        </a:p>
      </dgm:t>
    </dgm:pt>
    <dgm:pt modelId="{FCEE6332-9FE3-4E05-B2F0-69DD18676820}">
      <dgm:prSet/>
      <dgm:spPr/>
      <dgm:t>
        <a:bodyPr/>
        <a:lstStyle/>
        <a:p>
          <a:r>
            <a:rPr lang="en-US" b="1" i="0" baseline="0"/>
            <a:t>The Technique:</a:t>
          </a:r>
          <a:r>
            <a:rPr lang="en-US" b="0" i="0" baseline="0"/>
            <a:t> Configuring local package caches and offline wheels. This allows a team to download heavy libraries once and install them locally across multiple machines without needing an active connection.</a:t>
          </a:r>
          <a:endParaRPr lang="en-US"/>
        </a:p>
      </dgm:t>
    </dgm:pt>
    <dgm:pt modelId="{79067BA7-9AED-4557-AF7D-82BC09306C57}" type="parTrans" cxnId="{B7213E5E-C148-43AB-ABAB-7FFE5518D159}">
      <dgm:prSet/>
      <dgm:spPr/>
      <dgm:t>
        <a:bodyPr/>
        <a:lstStyle/>
        <a:p>
          <a:endParaRPr lang="en-US"/>
        </a:p>
      </dgm:t>
    </dgm:pt>
    <dgm:pt modelId="{9A3FFFFC-35D1-408C-B6B6-F6AE88C6B5BB}" type="sibTrans" cxnId="{B7213E5E-C148-43AB-ABAB-7FFE5518D159}">
      <dgm:prSet/>
      <dgm:spPr/>
      <dgm:t>
        <a:bodyPr/>
        <a:lstStyle/>
        <a:p>
          <a:endParaRPr lang="en-US"/>
        </a:p>
      </dgm:t>
    </dgm:pt>
    <dgm:pt modelId="{EC8DB88C-C370-44FB-A91D-439689DE49AA}" type="pres">
      <dgm:prSet presAssocID="{5D1BE1D8-852B-4399-9C1D-C27477D6D8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CBB5B0-DED7-4369-84DF-354E874FD859}" type="pres">
      <dgm:prSet presAssocID="{4F22459C-6987-4F1B-8CC2-69DBFF9E6139}" presName="hierRoot1" presStyleCnt="0"/>
      <dgm:spPr/>
    </dgm:pt>
    <dgm:pt modelId="{E1BE291A-051B-4E16-8E9E-80327B279985}" type="pres">
      <dgm:prSet presAssocID="{4F22459C-6987-4F1B-8CC2-69DBFF9E6139}" presName="composite" presStyleCnt="0"/>
      <dgm:spPr/>
    </dgm:pt>
    <dgm:pt modelId="{420F18C7-193A-4CD3-988C-E8A982595F67}" type="pres">
      <dgm:prSet presAssocID="{4F22459C-6987-4F1B-8CC2-69DBFF9E6139}" presName="background" presStyleLbl="node0" presStyleIdx="0" presStyleCnt="2"/>
      <dgm:spPr/>
    </dgm:pt>
    <dgm:pt modelId="{D4D19B6F-7320-46B9-8432-5490D4FF7D2D}" type="pres">
      <dgm:prSet presAssocID="{4F22459C-6987-4F1B-8CC2-69DBFF9E6139}" presName="text" presStyleLbl="fgAcc0" presStyleIdx="0" presStyleCnt="2">
        <dgm:presLayoutVars>
          <dgm:chPref val="3"/>
        </dgm:presLayoutVars>
      </dgm:prSet>
      <dgm:spPr/>
    </dgm:pt>
    <dgm:pt modelId="{1DC9770A-20BC-44C2-B14E-2EEB4F5CA276}" type="pres">
      <dgm:prSet presAssocID="{4F22459C-6987-4F1B-8CC2-69DBFF9E6139}" presName="hierChild2" presStyleCnt="0"/>
      <dgm:spPr/>
    </dgm:pt>
    <dgm:pt modelId="{18964626-F13D-4944-9B16-119C9B0D4658}" type="pres">
      <dgm:prSet presAssocID="{FCEE6332-9FE3-4E05-B2F0-69DD18676820}" presName="hierRoot1" presStyleCnt="0"/>
      <dgm:spPr/>
    </dgm:pt>
    <dgm:pt modelId="{5FC3E564-95A7-451D-99CE-357E0FCAF83D}" type="pres">
      <dgm:prSet presAssocID="{FCEE6332-9FE3-4E05-B2F0-69DD18676820}" presName="composite" presStyleCnt="0"/>
      <dgm:spPr/>
    </dgm:pt>
    <dgm:pt modelId="{4650DA3F-3777-4079-B9D0-EADB935455FA}" type="pres">
      <dgm:prSet presAssocID="{FCEE6332-9FE3-4E05-B2F0-69DD18676820}" presName="background" presStyleLbl="node0" presStyleIdx="1" presStyleCnt="2"/>
      <dgm:spPr/>
    </dgm:pt>
    <dgm:pt modelId="{76EF11B9-A65D-4C2F-A86A-2D033B9321D3}" type="pres">
      <dgm:prSet presAssocID="{FCEE6332-9FE3-4E05-B2F0-69DD18676820}" presName="text" presStyleLbl="fgAcc0" presStyleIdx="1" presStyleCnt="2">
        <dgm:presLayoutVars>
          <dgm:chPref val="3"/>
        </dgm:presLayoutVars>
      </dgm:prSet>
      <dgm:spPr/>
    </dgm:pt>
    <dgm:pt modelId="{DE5911D5-86FD-42D2-94FD-35FBFFC4E5BB}" type="pres">
      <dgm:prSet presAssocID="{FCEE6332-9FE3-4E05-B2F0-69DD18676820}" presName="hierChild2" presStyleCnt="0"/>
      <dgm:spPr/>
    </dgm:pt>
  </dgm:ptLst>
  <dgm:cxnLst>
    <dgm:cxn modelId="{0EC5CC0C-DA5D-4514-A682-2BDD14466CF4}" type="presOf" srcId="{5D1BE1D8-852B-4399-9C1D-C27477D6D8F3}" destId="{EC8DB88C-C370-44FB-A91D-439689DE49AA}" srcOrd="0" destOrd="0" presId="urn:microsoft.com/office/officeart/2005/8/layout/hierarchy1"/>
    <dgm:cxn modelId="{1B8F6E2A-1C63-43C5-B9F7-6F3BEFBB4161}" srcId="{5D1BE1D8-852B-4399-9C1D-C27477D6D8F3}" destId="{4F22459C-6987-4F1B-8CC2-69DBFF9E6139}" srcOrd="0" destOrd="0" parTransId="{0E2C8814-1F6A-425D-88B1-38778438F9C9}" sibTransId="{A37C8931-0B04-4060-A476-386EA3A3B7F6}"/>
    <dgm:cxn modelId="{A9B9B55C-2AF6-414F-A2BB-DA3323B3DF32}" type="presOf" srcId="{FCEE6332-9FE3-4E05-B2F0-69DD18676820}" destId="{76EF11B9-A65D-4C2F-A86A-2D033B9321D3}" srcOrd="0" destOrd="0" presId="urn:microsoft.com/office/officeart/2005/8/layout/hierarchy1"/>
    <dgm:cxn modelId="{B7213E5E-C148-43AB-ABAB-7FFE5518D159}" srcId="{5D1BE1D8-852B-4399-9C1D-C27477D6D8F3}" destId="{FCEE6332-9FE3-4E05-B2F0-69DD18676820}" srcOrd="1" destOrd="0" parTransId="{79067BA7-9AED-4557-AF7D-82BC09306C57}" sibTransId="{9A3FFFFC-35D1-408C-B6B6-F6AE88C6B5BB}"/>
    <dgm:cxn modelId="{5954BB46-2D79-4178-B6A8-7DF8ECE30C3D}" type="presOf" srcId="{4F22459C-6987-4F1B-8CC2-69DBFF9E6139}" destId="{D4D19B6F-7320-46B9-8432-5490D4FF7D2D}" srcOrd="0" destOrd="0" presId="urn:microsoft.com/office/officeart/2005/8/layout/hierarchy1"/>
    <dgm:cxn modelId="{D2E2A9FD-0760-43DE-83F2-2D717036C109}" type="presParOf" srcId="{EC8DB88C-C370-44FB-A91D-439689DE49AA}" destId="{CECBB5B0-DED7-4369-84DF-354E874FD859}" srcOrd="0" destOrd="0" presId="urn:microsoft.com/office/officeart/2005/8/layout/hierarchy1"/>
    <dgm:cxn modelId="{D3E4425A-4F1E-481F-B08A-3A94D665AF26}" type="presParOf" srcId="{CECBB5B0-DED7-4369-84DF-354E874FD859}" destId="{E1BE291A-051B-4E16-8E9E-80327B279985}" srcOrd="0" destOrd="0" presId="urn:microsoft.com/office/officeart/2005/8/layout/hierarchy1"/>
    <dgm:cxn modelId="{9F3F6B6F-4629-422C-B0C0-BCCCE8470473}" type="presParOf" srcId="{E1BE291A-051B-4E16-8E9E-80327B279985}" destId="{420F18C7-193A-4CD3-988C-E8A982595F67}" srcOrd="0" destOrd="0" presId="urn:microsoft.com/office/officeart/2005/8/layout/hierarchy1"/>
    <dgm:cxn modelId="{B529EA7E-1354-4EDB-9F0F-85F9D206C2A1}" type="presParOf" srcId="{E1BE291A-051B-4E16-8E9E-80327B279985}" destId="{D4D19B6F-7320-46B9-8432-5490D4FF7D2D}" srcOrd="1" destOrd="0" presId="urn:microsoft.com/office/officeart/2005/8/layout/hierarchy1"/>
    <dgm:cxn modelId="{843D182B-2CC1-40D2-8827-C53D82087E39}" type="presParOf" srcId="{CECBB5B0-DED7-4369-84DF-354E874FD859}" destId="{1DC9770A-20BC-44C2-B14E-2EEB4F5CA276}" srcOrd="1" destOrd="0" presId="urn:microsoft.com/office/officeart/2005/8/layout/hierarchy1"/>
    <dgm:cxn modelId="{38AC3AEA-AA17-4DF5-8176-11A89D01BBD6}" type="presParOf" srcId="{EC8DB88C-C370-44FB-A91D-439689DE49AA}" destId="{18964626-F13D-4944-9B16-119C9B0D4658}" srcOrd="1" destOrd="0" presId="urn:microsoft.com/office/officeart/2005/8/layout/hierarchy1"/>
    <dgm:cxn modelId="{CD0B7FED-9716-47ED-8E58-C95982815C8A}" type="presParOf" srcId="{18964626-F13D-4944-9B16-119C9B0D4658}" destId="{5FC3E564-95A7-451D-99CE-357E0FCAF83D}" srcOrd="0" destOrd="0" presId="urn:microsoft.com/office/officeart/2005/8/layout/hierarchy1"/>
    <dgm:cxn modelId="{F14025A9-5544-4CDB-9565-1F3340137A85}" type="presParOf" srcId="{5FC3E564-95A7-451D-99CE-357E0FCAF83D}" destId="{4650DA3F-3777-4079-B9D0-EADB935455FA}" srcOrd="0" destOrd="0" presId="urn:microsoft.com/office/officeart/2005/8/layout/hierarchy1"/>
    <dgm:cxn modelId="{E9FB0D2E-DD6C-4CC1-B88C-BB1FDDD49585}" type="presParOf" srcId="{5FC3E564-95A7-451D-99CE-357E0FCAF83D}" destId="{76EF11B9-A65D-4C2F-A86A-2D033B9321D3}" srcOrd="1" destOrd="0" presId="urn:microsoft.com/office/officeart/2005/8/layout/hierarchy1"/>
    <dgm:cxn modelId="{18762483-05CA-4736-B0F6-0DAC151A2BC1}" type="presParOf" srcId="{18964626-F13D-4944-9B16-119C9B0D4658}" destId="{DE5911D5-86FD-42D2-94FD-35FBFFC4E5B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2AF1D-5254-4B6D-8424-BA5C8BD6FE23}">
      <dsp:nvSpPr>
        <dsp:cNvPr id="0" name=""/>
        <dsp:cNvSpPr/>
      </dsp:nvSpPr>
      <dsp:spPr>
        <a:xfrm>
          <a:off x="0" y="4047305"/>
          <a:ext cx="6620255" cy="13284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Pinning:</a:t>
          </a:r>
          <a:r>
            <a:rPr lang="en-US" sz="1900" b="0" i="0" kern="1200" baseline="0"/>
            <a:t> Explain the difference between pip install numpy (gets whatever the newest version is today) and pip install numpy==1.24.3 (gets the exact version you tested your code with).</a:t>
          </a:r>
          <a:endParaRPr lang="en-US" sz="1900" kern="1200"/>
        </a:p>
      </dsp:txBody>
      <dsp:txXfrm>
        <a:off x="0" y="4047305"/>
        <a:ext cx="6620255" cy="1328416"/>
      </dsp:txXfrm>
    </dsp:sp>
    <dsp:sp modelId="{769D8C24-05B2-4CF7-9951-B5A5634E1D64}">
      <dsp:nvSpPr>
        <dsp:cNvPr id="0" name=""/>
        <dsp:cNvSpPr/>
      </dsp:nvSpPr>
      <dsp:spPr>
        <a:xfrm rot="10800000">
          <a:off x="0" y="2024127"/>
          <a:ext cx="6620255" cy="2043103"/>
        </a:xfrm>
        <a:prstGeom prst="upArrowCallou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The Solution:</a:t>
          </a:r>
          <a:r>
            <a:rPr lang="en-US" sz="1900" b="0" i="0" kern="1200" baseline="0"/>
            <a:t> A simple text file listing all libraries.</a:t>
          </a:r>
          <a:endParaRPr lang="en-US" sz="1900" kern="1200"/>
        </a:p>
      </dsp:txBody>
      <dsp:txXfrm rot="10800000">
        <a:off x="0" y="2024127"/>
        <a:ext cx="6620255" cy="1327547"/>
      </dsp:txXfrm>
    </dsp:sp>
    <dsp:sp modelId="{7B1AB979-EC6C-4013-935E-8BCF2E3FB7BA}">
      <dsp:nvSpPr>
        <dsp:cNvPr id="0" name=""/>
        <dsp:cNvSpPr/>
      </dsp:nvSpPr>
      <dsp:spPr>
        <a:xfrm rot="10800000">
          <a:off x="0" y="950"/>
          <a:ext cx="6620255" cy="2043103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The Problem:</a:t>
          </a:r>
          <a:r>
            <a:rPr lang="en-US" sz="1900" b="0" i="0" kern="1200" baseline="0"/>
            <a:t> If you share your project, the other person needs exactly the same ingredients.</a:t>
          </a:r>
          <a:endParaRPr lang="en-US" sz="1900" kern="1200"/>
        </a:p>
      </dsp:txBody>
      <dsp:txXfrm rot="10800000">
        <a:off x="0" y="950"/>
        <a:ext cx="6620255" cy="13275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D719D-16BC-4184-B617-12B721940892}">
      <dsp:nvSpPr>
        <dsp:cNvPr id="0" name=""/>
        <dsp:cNvSpPr/>
      </dsp:nvSpPr>
      <dsp:spPr>
        <a:xfrm>
          <a:off x="136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02C90-D963-4923-99DC-9F86BB7BA26B}">
      <dsp:nvSpPr>
        <dsp:cNvPr id="0" name=""/>
        <dsp:cNvSpPr/>
      </dsp:nvSpPr>
      <dsp:spPr>
        <a:xfrm>
          <a:off x="53251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The "Dependency Hell" Problem:</a:t>
          </a:r>
          <a:r>
            <a:rPr lang="en-US" sz="2100" b="0" i="0" kern="1200" baseline="0"/>
            <a:t> Even if you pin Library A, it might secretly install Library B in the background. If Library B updates, your code breaks silently. This is fatal when relying on specific CUDA toolkits or precise versions of PyTorch for complex computer vision models.</a:t>
          </a:r>
          <a:endParaRPr lang="en-US" sz="2100" kern="1200"/>
        </a:p>
      </dsp:txBody>
      <dsp:txXfrm>
        <a:off x="621423" y="707003"/>
        <a:ext cx="4602566" cy="2857726"/>
      </dsp:txXfrm>
    </dsp:sp>
    <dsp:sp modelId="{9697F9B0-860B-42FB-B3CA-3FD97A2B7598}">
      <dsp:nvSpPr>
        <dsp:cNvPr id="0" name=""/>
        <dsp:cNvSpPr/>
      </dsp:nvSpPr>
      <dsp:spPr>
        <a:xfrm>
          <a:off x="584405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10F6C-716E-4F2F-9ACC-AC75F86C0B24}">
      <dsp:nvSpPr>
        <dsp:cNvPr id="0" name=""/>
        <dsp:cNvSpPr/>
      </dsp:nvSpPr>
      <dsp:spPr>
        <a:xfrm>
          <a:off x="637520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The Solution:</a:t>
          </a:r>
          <a:r>
            <a:rPr lang="en-US" sz="2100" b="0" i="0" kern="1200" baseline="0"/>
            <a:t> Lockfiles (poetry.lock or Pipfile.lock). These tools calculate a massive tree of </a:t>
          </a:r>
          <a:r>
            <a:rPr lang="en-US" sz="2100" b="0" i="1" kern="1200" baseline="0"/>
            <a:t>every single sub-dependency</a:t>
          </a:r>
          <a:r>
            <a:rPr lang="en-US" sz="2100" b="0" i="0" kern="1200" baseline="0"/>
            <a:t> and lock them to an exact cryptographic hash. This guarantees the environment builds perfectly on any machine, every single time.</a:t>
          </a:r>
          <a:endParaRPr lang="en-US" sz="2100" kern="1200"/>
        </a:p>
      </dsp:txBody>
      <dsp:txXfrm>
        <a:off x="6464113" y="707003"/>
        <a:ext cx="4602566" cy="28577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F18C7-193A-4CD3-988C-E8A982595F67}">
      <dsp:nvSpPr>
        <dsp:cNvPr id="0" name=""/>
        <dsp:cNvSpPr/>
      </dsp:nvSpPr>
      <dsp:spPr>
        <a:xfrm>
          <a:off x="136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19B6F-7320-46B9-8432-5490D4FF7D2D}">
      <dsp:nvSpPr>
        <dsp:cNvPr id="0" name=""/>
        <dsp:cNvSpPr/>
      </dsp:nvSpPr>
      <dsp:spPr>
        <a:xfrm>
          <a:off x="53251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The Challenge:</a:t>
          </a:r>
          <a:r>
            <a:rPr lang="en-US" sz="2400" b="0" i="0" kern="1200" baseline="0"/>
            <a:t> Downloading massive 2GB AI frameworks repeatedly wastes time, especially in lab environments where internet speeds can fluctuate or drop.</a:t>
          </a:r>
          <a:endParaRPr lang="en-US" sz="2400" kern="1200"/>
        </a:p>
      </dsp:txBody>
      <dsp:txXfrm>
        <a:off x="621423" y="707003"/>
        <a:ext cx="4602566" cy="2857726"/>
      </dsp:txXfrm>
    </dsp:sp>
    <dsp:sp modelId="{4650DA3F-3777-4079-B9D0-EADB935455FA}">
      <dsp:nvSpPr>
        <dsp:cNvPr id="0" name=""/>
        <dsp:cNvSpPr/>
      </dsp:nvSpPr>
      <dsp:spPr>
        <a:xfrm>
          <a:off x="5844051" y="113499"/>
          <a:ext cx="4780382" cy="30355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F11B9-A65D-4C2F-A86A-2D033B9321D3}">
      <dsp:nvSpPr>
        <dsp:cNvPr id="0" name=""/>
        <dsp:cNvSpPr/>
      </dsp:nvSpPr>
      <dsp:spPr>
        <a:xfrm>
          <a:off x="6375205" y="618095"/>
          <a:ext cx="4780382" cy="30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The Technique:</a:t>
          </a:r>
          <a:r>
            <a:rPr lang="en-US" sz="2400" b="0" i="0" kern="1200" baseline="0"/>
            <a:t> Configuring local package caches and offline wheels. This allows a team to download heavy libraries once and install them locally across multiple machines without needing an active connection.</a:t>
          </a:r>
          <a:endParaRPr lang="en-US" sz="2400" kern="1200"/>
        </a:p>
      </dsp:txBody>
      <dsp:txXfrm>
        <a:off x="6464113" y="707003"/>
        <a:ext cx="4602566" cy="2857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0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9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0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5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2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5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4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8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5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Magnifying glass and question mark">
            <a:extLst>
              <a:ext uri="{FF2B5EF4-FFF2-40B4-BE49-F238E27FC236}">
                <a16:creationId xmlns:a16="http://schemas.microsoft.com/office/drawing/2014/main" id="{7A486569-DAB4-BED2-B599-4C1B1C8F44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D324D-AAC5-A1E6-1B7B-1F21A95FA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What is a Dependency?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5A2C06-7281-01EF-6FEB-3AF0090E5F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52366" y="2982686"/>
            <a:ext cx="5040785" cy="28639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The Analogy: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If your code is a recipe, dependencies are the ingredients you buy from the store. You shouldn't have to write your own math functions or neural network layers from scratch.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The Tool: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pip install &lt;package&gt;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. This goes to the internet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</a:rPr>
              <a:t>PyPI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) and downloads the code someone else wrote.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56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E81FF-29EF-A6D3-E18F-747E0390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sz="3700"/>
              <a:t>The Basic Standard: requirements.txt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7BA6610-5403-1600-1A92-4399EBB60B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733289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525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2757B-C841-D8EF-BB1D-180B9EAB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The Advanced Tier: The </a:t>
            </a:r>
            <a:r>
              <a:rPr lang="en-US" sz="3700" err="1"/>
              <a:t>Lockfile</a:t>
            </a:r>
            <a:r>
              <a:rPr lang="en-US" sz="3700"/>
              <a:t> (Poetry / </a:t>
            </a:r>
            <a:r>
              <a:rPr lang="en-US" sz="3700" err="1"/>
              <a:t>Pipenv</a:t>
            </a:r>
            <a:r>
              <a:rPr lang="en-US" sz="3700"/>
              <a:t>)</a:t>
            </a:r>
            <a:br>
              <a:rPr lang="en-US" sz="3700"/>
            </a:br>
            <a:endParaRPr lang="en-US" sz="3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60EA320-E132-A745-FA86-2052250AA9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659382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4087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C4AB8F-AD4C-8DE9-8E43-653AC5B4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The Pro-Tip: Caching &amp; Mirroring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B924A6B-3B94-3D5A-D1A0-C6B265649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079319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212811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313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Unicode MS</vt:lpstr>
      <vt:lpstr>Bierstadt</vt:lpstr>
      <vt:lpstr>GestaltVTI</vt:lpstr>
      <vt:lpstr>What is a Dependency?</vt:lpstr>
      <vt:lpstr>The Basic Standard: requirements.txt</vt:lpstr>
      <vt:lpstr>The Advanced Tier: The Lockfile (Poetry / Pipenv) </vt:lpstr>
      <vt:lpstr>The Pro-Tip: Caching &amp; Mirroring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2026-04-22T05:51:20Z</dcterms:created>
  <dcterms:modified xsi:type="dcterms:W3CDTF">2026-04-22T06:29:35Z</dcterms:modified>
</cp:coreProperties>
</file>