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C02EFF-7685-481A-B691-FDA33282B9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BEEE00-BFD9-4437-9730-4DDEF9850FA2}">
      <dgm:prSet/>
      <dgm:spPr/>
      <dgm:t>
        <a:bodyPr/>
        <a:lstStyle/>
        <a:p>
          <a:r>
            <a:rPr lang="en-US" b="1" i="0" baseline="0"/>
            <a:t>The Concept:</a:t>
          </a:r>
          <a:r>
            <a:rPr lang="en-US" b="0" i="0" baseline="0"/>
            <a:t> Git operates in three main stages locally before it ever touches the internet (GitHub/GitLab).</a:t>
          </a:r>
          <a:endParaRPr lang="en-US"/>
        </a:p>
      </dgm:t>
    </dgm:pt>
    <dgm:pt modelId="{FB535A53-4EBA-4CA9-8B71-AFDBAE3472E9}" type="parTrans" cxnId="{D51D51E5-90C3-4628-B35C-87982E36B5B4}">
      <dgm:prSet/>
      <dgm:spPr/>
      <dgm:t>
        <a:bodyPr/>
        <a:lstStyle/>
        <a:p>
          <a:endParaRPr lang="en-US"/>
        </a:p>
      </dgm:t>
    </dgm:pt>
    <dgm:pt modelId="{E016FBA6-AC69-425E-B232-071B881E6D27}" type="sibTrans" cxnId="{D51D51E5-90C3-4628-B35C-87982E36B5B4}">
      <dgm:prSet/>
      <dgm:spPr/>
      <dgm:t>
        <a:bodyPr/>
        <a:lstStyle/>
        <a:p>
          <a:endParaRPr lang="en-US"/>
        </a:p>
      </dgm:t>
    </dgm:pt>
    <dgm:pt modelId="{69343C41-F806-4C6A-B27E-5501BAC9E3AA}">
      <dgm:prSet/>
      <dgm:spPr/>
      <dgm:t>
        <a:bodyPr/>
        <a:lstStyle/>
        <a:p>
          <a:r>
            <a:rPr lang="en-US" b="1" i="0" baseline="0"/>
            <a:t>git add:</a:t>
          </a:r>
          <a:r>
            <a:rPr lang="en-US" b="0" i="0" baseline="0"/>
            <a:t> The Staging Area. You are telling Git, "I want to save these specific changes in my next snapshot."</a:t>
          </a:r>
          <a:endParaRPr lang="en-US"/>
        </a:p>
      </dgm:t>
    </dgm:pt>
    <dgm:pt modelId="{C23EAFD6-6941-46DB-B4AA-81DA25DA20DA}" type="parTrans" cxnId="{950797F7-539B-4F51-8766-980F1CCEEC2A}">
      <dgm:prSet/>
      <dgm:spPr/>
      <dgm:t>
        <a:bodyPr/>
        <a:lstStyle/>
        <a:p>
          <a:endParaRPr lang="en-US"/>
        </a:p>
      </dgm:t>
    </dgm:pt>
    <dgm:pt modelId="{F8E511D5-8611-4F06-B4E9-7071C185E41F}" type="sibTrans" cxnId="{950797F7-539B-4F51-8766-980F1CCEEC2A}">
      <dgm:prSet/>
      <dgm:spPr/>
      <dgm:t>
        <a:bodyPr/>
        <a:lstStyle/>
        <a:p>
          <a:endParaRPr lang="en-US"/>
        </a:p>
      </dgm:t>
    </dgm:pt>
    <dgm:pt modelId="{EC6FF8BC-DDBB-443E-977C-2B0AE0E3E416}">
      <dgm:prSet/>
      <dgm:spPr/>
      <dgm:t>
        <a:bodyPr/>
        <a:lstStyle/>
        <a:p>
          <a:r>
            <a:rPr lang="en-US" b="1" i="0" baseline="0"/>
            <a:t>git commit:</a:t>
          </a:r>
          <a:r>
            <a:rPr lang="en-US" b="0" i="0" baseline="0"/>
            <a:t> The Snapshot. You are taking a permanent picture of the code at this exact moment and attaching a message to it.</a:t>
          </a:r>
          <a:endParaRPr lang="en-US"/>
        </a:p>
      </dgm:t>
    </dgm:pt>
    <dgm:pt modelId="{1511F835-5645-4FDD-A031-B50B26364EE0}" type="parTrans" cxnId="{50D56FC6-EAA6-4897-9FF9-3FE66D1A29DA}">
      <dgm:prSet/>
      <dgm:spPr/>
      <dgm:t>
        <a:bodyPr/>
        <a:lstStyle/>
        <a:p>
          <a:endParaRPr lang="en-US"/>
        </a:p>
      </dgm:t>
    </dgm:pt>
    <dgm:pt modelId="{89E1E053-1FF1-47E6-9037-C94F55923F0E}" type="sibTrans" cxnId="{50D56FC6-EAA6-4897-9FF9-3FE66D1A29DA}">
      <dgm:prSet/>
      <dgm:spPr/>
      <dgm:t>
        <a:bodyPr/>
        <a:lstStyle/>
        <a:p>
          <a:endParaRPr lang="en-US"/>
        </a:p>
      </dgm:t>
    </dgm:pt>
    <dgm:pt modelId="{D1C88220-177B-4C50-AC3A-AF940DECA0C8}">
      <dgm:prSet/>
      <dgm:spPr/>
      <dgm:t>
        <a:bodyPr/>
        <a:lstStyle/>
        <a:p>
          <a:r>
            <a:rPr lang="en-US" b="1" i="0" baseline="0"/>
            <a:t>git push / git pull:</a:t>
          </a:r>
          <a:r>
            <a:rPr lang="en-US" b="0" i="0" baseline="0"/>
            <a:t> The Sync. This is the only time you interact with the internet—pushing your local snapshots to the cloud or pulling your team's updates down to your machine.</a:t>
          </a:r>
          <a:endParaRPr lang="en-US"/>
        </a:p>
      </dgm:t>
    </dgm:pt>
    <dgm:pt modelId="{C7914DBD-4831-4133-9B19-DD88ADAFAC61}" type="parTrans" cxnId="{ABA78BA1-F68C-4376-8EDE-3769046B910E}">
      <dgm:prSet/>
      <dgm:spPr/>
      <dgm:t>
        <a:bodyPr/>
        <a:lstStyle/>
        <a:p>
          <a:endParaRPr lang="en-US"/>
        </a:p>
      </dgm:t>
    </dgm:pt>
    <dgm:pt modelId="{D8DFA893-672A-404C-A2B1-279E5A7AB2A3}" type="sibTrans" cxnId="{ABA78BA1-F68C-4376-8EDE-3769046B910E}">
      <dgm:prSet/>
      <dgm:spPr/>
      <dgm:t>
        <a:bodyPr/>
        <a:lstStyle/>
        <a:p>
          <a:endParaRPr lang="en-US"/>
        </a:p>
      </dgm:t>
    </dgm:pt>
    <dgm:pt modelId="{C1D745C5-DDA8-49EF-9D7B-29FAF089D14B}" type="pres">
      <dgm:prSet presAssocID="{B7C02EFF-7685-481A-B691-FDA33282B9CA}" presName="root" presStyleCnt="0">
        <dgm:presLayoutVars>
          <dgm:dir/>
          <dgm:resizeHandles val="exact"/>
        </dgm:presLayoutVars>
      </dgm:prSet>
      <dgm:spPr/>
    </dgm:pt>
    <dgm:pt modelId="{BE026B44-61F3-4387-924C-4B141BDA3E43}" type="pres">
      <dgm:prSet presAssocID="{62BEEE00-BFD9-4437-9730-4DDEF9850FA2}" presName="compNode" presStyleCnt="0"/>
      <dgm:spPr/>
    </dgm:pt>
    <dgm:pt modelId="{132A4A5C-FCDD-459C-8CEB-BBE5D55E5598}" type="pres">
      <dgm:prSet presAssocID="{62BEEE00-BFD9-4437-9730-4DDEF9850FA2}" presName="bgRect" presStyleLbl="bgShp" presStyleIdx="0" presStyleCnt="4"/>
      <dgm:spPr/>
    </dgm:pt>
    <dgm:pt modelId="{E804E2D2-E59E-477C-A647-54F162F36DAB}" type="pres">
      <dgm:prSet presAssocID="{62BEEE00-BFD9-4437-9730-4DDEF9850FA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B7859B8-C53F-4180-92CC-8DCE43A0DDDD}" type="pres">
      <dgm:prSet presAssocID="{62BEEE00-BFD9-4437-9730-4DDEF9850FA2}" presName="spaceRect" presStyleCnt="0"/>
      <dgm:spPr/>
    </dgm:pt>
    <dgm:pt modelId="{82522438-CA1C-4184-9879-CE5C1CFBDD0D}" type="pres">
      <dgm:prSet presAssocID="{62BEEE00-BFD9-4437-9730-4DDEF9850FA2}" presName="parTx" presStyleLbl="revTx" presStyleIdx="0" presStyleCnt="4">
        <dgm:presLayoutVars>
          <dgm:chMax val="0"/>
          <dgm:chPref val="0"/>
        </dgm:presLayoutVars>
      </dgm:prSet>
      <dgm:spPr/>
    </dgm:pt>
    <dgm:pt modelId="{8795028A-68C5-4617-8100-AE1DAE20AF63}" type="pres">
      <dgm:prSet presAssocID="{E016FBA6-AC69-425E-B232-071B881E6D27}" presName="sibTrans" presStyleCnt="0"/>
      <dgm:spPr/>
    </dgm:pt>
    <dgm:pt modelId="{48989CFC-76CA-46F2-9684-F525D76BE2FA}" type="pres">
      <dgm:prSet presAssocID="{69343C41-F806-4C6A-B27E-5501BAC9E3AA}" presName="compNode" presStyleCnt="0"/>
      <dgm:spPr/>
    </dgm:pt>
    <dgm:pt modelId="{B0A63B3A-074C-42A7-B9D2-E574250BC479}" type="pres">
      <dgm:prSet presAssocID="{69343C41-F806-4C6A-B27E-5501BAC9E3AA}" presName="bgRect" presStyleLbl="bgShp" presStyleIdx="1" presStyleCnt="4"/>
      <dgm:spPr/>
    </dgm:pt>
    <dgm:pt modelId="{E4892068-C213-4097-B517-7CC2B366314C}" type="pres">
      <dgm:prSet presAssocID="{69343C41-F806-4C6A-B27E-5501BAC9E3A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F8F42FAE-C185-407C-9FBB-9BFE7F53B469}" type="pres">
      <dgm:prSet presAssocID="{69343C41-F806-4C6A-B27E-5501BAC9E3AA}" presName="spaceRect" presStyleCnt="0"/>
      <dgm:spPr/>
    </dgm:pt>
    <dgm:pt modelId="{503A6602-DBAB-48EF-B115-55F4EF8F9BE9}" type="pres">
      <dgm:prSet presAssocID="{69343C41-F806-4C6A-B27E-5501BAC9E3AA}" presName="parTx" presStyleLbl="revTx" presStyleIdx="1" presStyleCnt="4">
        <dgm:presLayoutVars>
          <dgm:chMax val="0"/>
          <dgm:chPref val="0"/>
        </dgm:presLayoutVars>
      </dgm:prSet>
      <dgm:spPr/>
    </dgm:pt>
    <dgm:pt modelId="{55ED31F7-B399-4CFF-BC14-D164162E60EA}" type="pres">
      <dgm:prSet presAssocID="{F8E511D5-8611-4F06-B4E9-7071C185E41F}" presName="sibTrans" presStyleCnt="0"/>
      <dgm:spPr/>
    </dgm:pt>
    <dgm:pt modelId="{2132EFED-3A27-4668-AAA3-7EC81222F650}" type="pres">
      <dgm:prSet presAssocID="{EC6FF8BC-DDBB-443E-977C-2B0AE0E3E416}" presName="compNode" presStyleCnt="0"/>
      <dgm:spPr/>
    </dgm:pt>
    <dgm:pt modelId="{4906C0DE-1212-4F45-A27C-7E34D578BB1E}" type="pres">
      <dgm:prSet presAssocID="{EC6FF8BC-DDBB-443E-977C-2B0AE0E3E416}" presName="bgRect" presStyleLbl="bgShp" presStyleIdx="2" presStyleCnt="4"/>
      <dgm:spPr/>
    </dgm:pt>
    <dgm:pt modelId="{0E75AB8A-7EAD-4B75-BB71-2E4AE215DBD2}" type="pres">
      <dgm:prSet presAssocID="{EC6FF8BC-DDBB-443E-977C-2B0AE0E3E41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20F1D9E-FBB6-4D56-9EBA-54BF526554DF}" type="pres">
      <dgm:prSet presAssocID="{EC6FF8BC-DDBB-443E-977C-2B0AE0E3E416}" presName="spaceRect" presStyleCnt="0"/>
      <dgm:spPr/>
    </dgm:pt>
    <dgm:pt modelId="{E428BD3D-5C2E-4319-8539-8DAD76CF87A2}" type="pres">
      <dgm:prSet presAssocID="{EC6FF8BC-DDBB-443E-977C-2B0AE0E3E416}" presName="parTx" presStyleLbl="revTx" presStyleIdx="2" presStyleCnt="4">
        <dgm:presLayoutVars>
          <dgm:chMax val="0"/>
          <dgm:chPref val="0"/>
        </dgm:presLayoutVars>
      </dgm:prSet>
      <dgm:spPr/>
    </dgm:pt>
    <dgm:pt modelId="{CEC21ECC-7359-47F8-8424-112DB982D3AE}" type="pres">
      <dgm:prSet presAssocID="{89E1E053-1FF1-47E6-9037-C94F55923F0E}" presName="sibTrans" presStyleCnt="0"/>
      <dgm:spPr/>
    </dgm:pt>
    <dgm:pt modelId="{89E6CE53-BDAA-4BAA-B4B6-27CF66B54801}" type="pres">
      <dgm:prSet presAssocID="{D1C88220-177B-4C50-AC3A-AF940DECA0C8}" presName="compNode" presStyleCnt="0"/>
      <dgm:spPr/>
    </dgm:pt>
    <dgm:pt modelId="{0FA615DB-A2E9-413D-97DF-979482E496EB}" type="pres">
      <dgm:prSet presAssocID="{D1C88220-177B-4C50-AC3A-AF940DECA0C8}" presName="bgRect" presStyleLbl="bgShp" presStyleIdx="3" presStyleCnt="4"/>
      <dgm:spPr/>
    </dgm:pt>
    <dgm:pt modelId="{439B3A03-E51C-46F4-A49A-4B079064A43D}" type="pres">
      <dgm:prSet presAssocID="{D1C88220-177B-4C50-AC3A-AF940DECA0C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CB8044B-965D-4AA2-95EB-F4D58269999B}" type="pres">
      <dgm:prSet presAssocID="{D1C88220-177B-4C50-AC3A-AF940DECA0C8}" presName="spaceRect" presStyleCnt="0"/>
      <dgm:spPr/>
    </dgm:pt>
    <dgm:pt modelId="{D00AFF41-1497-4CBE-A36E-4C987AF4652E}" type="pres">
      <dgm:prSet presAssocID="{D1C88220-177B-4C50-AC3A-AF940DECA0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0C7513E-C7C1-4FBB-8ED8-DEA64C6237B7}" type="presOf" srcId="{69343C41-F806-4C6A-B27E-5501BAC9E3AA}" destId="{503A6602-DBAB-48EF-B115-55F4EF8F9BE9}" srcOrd="0" destOrd="0" presId="urn:microsoft.com/office/officeart/2018/2/layout/IconVerticalSolidList"/>
    <dgm:cxn modelId="{9F0EF060-93F9-4FE6-88ED-A84C46C0E62A}" type="presOf" srcId="{B7C02EFF-7685-481A-B691-FDA33282B9CA}" destId="{C1D745C5-DDA8-49EF-9D7B-29FAF089D14B}" srcOrd="0" destOrd="0" presId="urn:microsoft.com/office/officeart/2018/2/layout/IconVerticalSolidList"/>
    <dgm:cxn modelId="{D518FD61-CF6C-4ECD-91FD-82DC36BEDDA8}" type="presOf" srcId="{EC6FF8BC-DDBB-443E-977C-2B0AE0E3E416}" destId="{E428BD3D-5C2E-4319-8539-8DAD76CF87A2}" srcOrd="0" destOrd="0" presId="urn:microsoft.com/office/officeart/2018/2/layout/IconVerticalSolidList"/>
    <dgm:cxn modelId="{ABA78BA1-F68C-4376-8EDE-3769046B910E}" srcId="{B7C02EFF-7685-481A-B691-FDA33282B9CA}" destId="{D1C88220-177B-4C50-AC3A-AF940DECA0C8}" srcOrd="3" destOrd="0" parTransId="{C7914DBD-4831-4133-9B19-DD88ADAFAC61}" sibTransId="{D8DFA893-672A-404C-A2B1-279E5A7AB2A3}"/>
    <dgm:cxn modelId="{50D56FC6-EAA6-4897-9FF9-3FE66D1A29DA}" srcId="{B7C02EFF-7685-481A-B691-FDA33282B9CA}" destId="{EC6FF8BC-DDBB-443E-977C-2B0AE0E3E416}" srcOrd="2" destOrd="0" parTransId="{1511F835-5645-4FDD-A031-B50B26364EE0}" sibTransId="{89E1E053-1FF1-47E6-9037-C94F55923F0E}"/>
    <dgm:cxn modelId="{A2E5AEC8-C1F6-4305-A85E-A322A13530F9}" type="presOf" srcId="{D1C88220-177B-4C50-AC3A-AF940DECA0C8}" destId="{D00AFF41-1497-4CBE-A36E-4C987AF4652E}" srcOrd="0" destOrd="0" presId="urn:microsoft.com/office/officeart/2018/2/layout/IconVerticalSolidList"/>
    <dgm:cxn modelId="{D51D51E5-90C3-4628-B35C-87982E36B5B4}" srcId="{B7C02EFF-7685-481A-B691-FDA33282B9CA}" destId="{62BEEE00-BFD9-4437-9730-4DDEF9850FA2}" srcOrd="0" destOrd="0" parTransId="{FB535A53-4EBA-4CA9-8B71-AFDBAE3472E9}" sibTransId="{E016FBA6-AC69-425E-B232-071B881E6D27}"/>
    <dgm:cxn modelId="{950797F7-539B-4F51-8766-980F1CCEEC2A}" srcId="{B7C02EFF-7685-481A-B691-FDA33282B9CA}" destId="{69343C41-F806-4C6A-B27E-5501BAC9E3AA}" srcOrd="1" destOrd="0" parTransId="{C23EAFD6-6941-46DB-B4AA-81DA25DA20DA}" sibTransId="{F8E511D5-8611-4F06-B4E9-7071C185E41F}"/>
    <dgm:cxn modelId="{6D0300FD-556F-40AB-BF23-243E77E7B548}" type="presOf" srcId="{62BEEE00-BFD9-4437-9730-4DDEF9850FA2}" destId="{82522438-CA1C-4184-9879-CE5C1CFBDD0D}" srcOrd="0" destOrd="0" presId="urn:microsoft.com/office/officeart/2018/2/layout/IconVerticalSolidList"/>
    <dgm:cxn modelId="{2A2BCFC5-2501-4D36-9294-DD311DBD3C8F}" type="presParOf" srcId="{C1D745C5-DDA8-49EF-9D7B-29FAF089D14B}" destId="{BE026B44-61F3-4387-924C-4B141BDA3E43}" srcOrd="0" destOrd="0" presId="urn:microsoft.com/office/officeart/2018/2/layout/IconVerticalSolidList"/>
    <dgm:cxn modelId="{CB3C65F3-F85C-4655-A791-5B1632C7B813}" type="presParOf" srcId="{BE026B44-61F3-4387-924C-4B141BDA3E43}" destId="{132A4A5C-FCDD-459C-8CEB-BBE5D55E5598}" srcOrd="0" destOrd="0" presId="urn:microsoft.com/office/officeart/2018/2/layout/IconVerticalSolidList"/>
    <dgm:cxn modelId="{C6047DD5-51A6-42BF-9A9E-178318FDEC1D}" type="presParOf" srcId="{BE026B44-61F3-4387-924C-4B141BDA3E43}" destId="{E804E2D2-E59E-477C-A647-54F162F36DAB}" srcOrd="1" destOrd="0" presId="urn:microsoft.com/office/officeart/2018/2/layout/IconVerticalSolidList"/>
    <dgm:cxn modelId="{D9885809-2AF1-47DF-9F4D-CC396C557000}" type="presParOf" srcId="{BE026B44-61F3-4387-924C-4B141BDA3E43}" destId="{3B7859B8-C53F-4180-92CC-8DCE43A0DDDD}" srcOrd="2" destOrd="0" presId="urn:microsoft.com/office/officeart/2018/2/layout/IconVerticalSolidList"/>
    <dgm:cxn modelId="{614452D8-0182-449B-9890-6415038A5645}" type="presParOf" srcId="{BE026B44-61F3-4387-924C-4B141BDA3E43}" destId="{82522438-CA1C-4184-9879-CE5C1CFBDD0D}" srcOrd="3" destOrd="0" presId="urn:microsoft.com/office/officeart/2018/2/layout/IconVerticalSolidList"/>
    <dgm:cxn modelId="{FE4CCA52-A061-429F-A5BE-7AF72E4CA97C}" type="presParOf" srcId="{C1D745C5-DDA8-49EF-9D7B-29FAF089D14B}" destId="{8795028A-68C5-4617-8100-AE1DAE20AF63}" srcOrd="1" destOrd="0" presId="urn:microsoft.com/office/officeart/2018/2/layout/IconVerticalSolidList"/>
    <dgm:cxn modelId="{D9AE092F-5E75-40A8-BF4E-0948B3785ED3}" type="presParOf" srcId="{C1D745C5-DDA8-49EF-9D7B-29FAF089D14B}" destId="{48989CFC-76CA-46F2-9684-F525D76BE2FA}" srcOrd="2" destOrd="0" presId="urn:microsoft.com/office/officeart/2018/2/layout/IconVerticalSolidList"/>
    <dgm:cxn modelId="{6852AE72-5F06-4A15-B5AE-E335D8F9CF8D}" type="presParOf" srcId="{48989CFC-76CA-46F2-9684-F525D76BE2FA}" destId="{B0A63B3A-074C-42A7-B9D2-E574250BC479}" srcOrd="0" destOrd="0" presId="urn:microsoft.com/office/officeart/2018/2/layout/IconVerticalSolidList"/>
    <dgm:cxn modelId="{65996972-AC76-4831-8760-3D596A5A37E5}" type="presParOf" srcId="{48989CFC-76CA-46F2-9684-F525D76BE2FA}" destId="{E4892068-C213-4097-B517-7CC2B366314C}" srcOrd="1" destOrd="0" presId="urn:microsoft.com/office/officeart/2018/2/layout/IconVerticalSolidList"/>
    <dgm:cxn modelId="{D20BF0C4-F94C-456E-B84D-BAC043740267}" type="presParOf" srcId="{48989CFC-76CA-46F2-9684-F525D76BE2FA}" destId="{F8F42FAE-C185-407C-9FBB-9BFE7F53B469}" srcOrd="2" destOrd="0" presId="urn:microsoft.com/office/officeart/2018/2/layout/IconVerticalSolidList"/>
    <dgm:cxn modelId="{A035DC67-BE86-4224-833D-23C16FA2C149}" type="presParOf" srcId="{48989CFC-76CA-46F2-9684-F525D76BE2FA}" destId="{503A6602-DBAB-48EF-B115-55F4EF8F9BE9}" srcOrd="3" destOrd="0" presId="urn:microsoft.com/office/officeart/2018/2/layout/IconVerticalSolidList"/>
    <dgm:cxn modelId="{6FC5C8BE-61A3-43A9-8602-DE6C558B34DF}" type="presParOf" srcId="{C1D745C5-DDA8-49EF-9D7B-29FAF089D14B}" destId="{55ED31F7-B399-4CFF-BC14-D164162E60EA}" srcOrd="3" destOrd="0" presId="urn:microsoft.com/office/officeart/2018/2/layout/IconVerticalSolidList"/>
    <dgm:cxn modelId="{32DA3E68-B5FD-480A-99BE-ADB95E6203CE}" type="presParOf" srcId="{C1D745C5-DDA8-49EF-9D7B-29FAF089D14B}" destId="{2132EFED-3A27-4668-AAA3-7EC81222F650}" srcOrd="4" destOrd="0" presId="urn:microsoft.com/office/officeart/2018/2/layout/IconVerticalSolidList"/>
    <dgm:cxn modelId="{75543DFA-EFB3-4E35-949A-5671842B1E31}" type="presParOf" srcId="{2132EFED-3A27-4668-AAA3-7EC81222F650}" destId="{4906C0DE-1212-4F45-A27C-7E34D578BB1E}" srcOrd="0" destOrd="0" presId="urn:microsoft.com/office/officeart/2018/2/layout/IconVerticalSolidList"/>
    <dgm:cxn modelId="{915718C4-B083-42B4-A07C-5B4FC5C7DAEA}" type="presParOf" srcId="{2132EFED-3A27-4668-AAA3-7EC81222F650}" destId="{0E75AB8A-7EAD-4B75-BB71-2E4AE215DBD2}" srcOrd="1" destOrd="0" presId="urn:microsoft.com/office/officeart/2018/2/layout/IconVerticalSolidList"/>
    <dgm:cxn modelId="{6CB4232F-A574-416B-A7BC-569C223D9B91}" type="presParOf" srcId="{2132EFED-3A27-4668-AAA3-7EC81222F650}" destId="{320F1D9E-FBB6-4D56-9EBA-54BF526554DF}" srcOrd="2" destOrd="0" presId="urn:microsoft.com/office/officeart/2018/2/layout/IconVerticalSolidList"/>
    <dgm:cxn modelId="{9B8F23EE-3F3E-45C0-88EC-65D2732D64BB}" type="presParOf" srcId="{2132EFED-3A27-4668-AAA3-7EC81222F650}" destId="{E428BD3D-5C2E-4319-8539-8DAD76CF87A2}" srcOrd="3" destOrd="0" presId="urn:microsoft.com/office/officeart/2018/2/layout/IconVerticalSolidList"/>
    <dgm:cxn modelId="{0E2F5901-CE90-4A3D-8C71-CD3E9B075FEF}" type="presParOf" srcId="{C1D745C5-DDA8-49EF-9D7B-29FAF089D14B}" destId="{CEC21ECC-7359-47F8-8424-112DB982D3AE}" srcOrd="5" destOrd="0" presId="urn:microsoft.com/office/officeart/2018/2/layout/IconVerticalSolidList"/>
    <dgm:cxn modelId="{D57790BF-BE5C-4AC6-9D8B-3C66E14DC903}" type="presParOf" srcId="{C1D745C5-DDA8-49EF-9D7B-29FAF089D14B}" destId="{89E6CE53-BDAA-4BAA-B4B6-27CF66B54801}" srcOrd="6" destOrd="0" presId="urn:microsoft.com/office/officeart/2018/2/layout/IconVerticalSolidList"/>
    <dgm:cxn modelId="{01BDA91F-96EE-4C14-B882-8577C71EBE31}" type="presParOf" srcId="{89E6CE53-BDAA-4BAA-B4B6-27CF66B54801}" destId="{0FA615DB-A2E9-413D-97DF-979482E496EB}" srcOrd="0" destOrd="0" presId="urn:microsoft.com/office/officeart/2018/2/layout/IconVerticalSolidList"/>
    <dgm:cxn modelId="{AC802BE7-7340-4B57-8E6A-F4701771C8CA}" type="presParOf" srcId="{89E6CE53-BDAA-4BAA-B4B6-27CF66B54801}" destId="{439B3A03-E51C-46F4-A49A-4B079064A43D}" srcOrd="1" destOrd="0" presId="urn:microsoft.com/office/officeart/2018/2/layout/IconVerticalSolidList"/>
    <dgm:cxn modelId="{7F312515-1E47-401C-AED6-54C2C84B63C9}" type="presParOf" srcId="{89E6CE53-BDAA-4BAA-B4B6-27CF66B54801}" destId="{0CB8044B-965D-4AA2-95EB-F4D58269999B}" srcOrd="2" destOrd="0" presId="urn:microsoft.com/office/officeart/2018/2/layout/IconVerticalSolidList"/>
    <dgm:cxn modelId="{6499DCF1-2D92-49FC-828C-288CA068DC98}" type="presParOf" srcId="{89E6CE53-BDAA-4BAA-B4B6-27CF66B54801}" destId="{D00AFF41-1497-4CBE-A36E-4C987AF465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9B920E-2608-46C2-89DE-60D79C827D2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EE71973-55A8-413D-90C8-6F4FE412709E}">
      <dgm:prSet/>
      <dgm:spPr/>
      <dgm:t>
        <a:bodyPr/>
        <a:lstStyle/>
        <a:p>
          <a:r>
            <a:rPr lang="en-US" b="1" i="0" baseline="0"/>
            <a:t>The Problem:</a:t>
          </a:r>
          <a:r>
            <a:rPr lang="en-US" b="0" i="0" baseline="0"/>
            <a:t> You want to test a crazy new AI architecture, but you don't want to break the main code that is currently working.</a:t>
          </a:r>
          <a:endParaRPr lang="en-US"/>
        </a:p>
      </dgm:t>
    </dgm:pt>
    <dgm:pt modelId="{4295B4BA-5D29-4D96-8416-0C33AD949BC9}" type="parTrans" cxnId="{C426E005-6AB7-48FF-956A-D9DC4CCF4F3A}">
      <dgm:prSet/>
      <dgm:spPr/>
      <dgm:t>
        <a:bodyPr/>
        <a:lstStyle/>
        <a:p>
          <a:endParaRPr lang="en-US"/>
        </a:p>
      </dgm:t>
    </dgm:pt>
    <dgm:pt modelId="{C497E996-1ADA-4E2A-BC9E-6391E32B2CC6}" type="sibTrans" cxnId="{C426E005-6AB7-48FF-956A-D9DC4CCF4F3A}">
      <dgm:prSet/>
      <dgm:spPr/>
      <dgm:t>
        <a:bodyPr/>
        <a:lstStyle/>
        <a:p>
          <a:endParaRPr lang="en-US"/>
        </a:p>
      </dgm:t>
    </dgm:pt>
    <dgm:pt modelId="{CB5CE74D-8786-45DA-B87D-5C51F0573619}">
      <dgm:prSet/>
      <dgm:spPr/>
      <dgm:t>
        <a:bodyPr/>
        <a:lstStyle/>
        <a:p>
          <a:r>
            <a:rPr lang="en-US" b="1" i="0" baseline="0"/>
            <a:t>The Solution:</a:t>
          </a:r>
          <a:r>
            <a:rPr lang="en-US" b="0" i="0" baseline="0"/>
            <a:t> A branch. It is an exact, isolated clone of your project. You can break it, delete it, or experiment on it safely.</a:t>
          </a:r>
          <a:endParaRPr lang="en-US"/>
        </a:p>
      </dgm:t>
    </dgm:pt>
    <dgm:pt modelId="{D8940879-9C4C-4283-9594-9AF82FE801F6}" type="parTrans" cxnId="{BFC4568A-B05E-4B6C-A951-5E5A9FB84AF4}">
      <dgm:prSet/>
      <dgm:spPr/>
      <dgm:t>
        <a:bodyPr/>
        <a:lstStyle/>
        <a:p>
          <a:endParaRPr lang="en-US"/>
        </a:p>
      </dgm:t>
    </dgm:pt>
    <dgm:pt modelId="{2C845B79-1126-419A-BFA4-81EE83C170CA}" type="sibTrans" cxnId="{BFC4568A-B05E-4B6C-A951-5E5A9FB84AF4}">
      <dgm:prSet/>
      <dgm:spPr/>
      <dgm:t>
        <a:bodyPr/>
        <a:lstStyle/>
        <a:p>
          <a:endParaRPr lang="en-US"/>
        </a:p>
      </dgm:t>
    </dgm:pt>
    <dgm:pt modelId="{EA316364-04ED-4115-AC06-7992888E7D65}">
      <dgm:prSet/>
      <dgm:spPr/>
      <dgm:t>
        <a:bodyPr/>
        <a:lstStyle/>
        <a:p>
          <a:r>
            <a:rPr lang="en-US" b="1" i="0" baseline="0"/>
            <a:t>The Merge:</a:t>
          </a:r>
          <a:r>
            <a:rPr lang="en-US" b="0" i="0" baseline="0"/>
            <a:t> Once your new feature works perfectly on your branch, you merge it back into the main timeline for production.</a:t>
          </a:r>
          <a:endParaRPr lang="en-US"/>
        </a:p>
      </dgm:t>
    </dgm:pt>
    <dgm:pt modelId="{57D4200C-BC8C-45E5-9074-E33563C5FB59}" type="parTrans" cxnId="{5DEE2185-BF62-4D94-B861-B3D2D58EB5D1}">
      <dgm:prSet/>
      <dgm:spPr/>
      <dgm:t>
        <a:bodyPr/>
        <a:lstStyle/>
        <a:p>
          <a:endParaRPr lang="en-US"/>
        </a:p>
      </dgm:t>
    </dgm:pt>
    <dgm:pt modelId="{FD534BFE-7434-4E31-80A4-7C273C3A41D2}" type="sibTrans" cxnId="{5DEE2185-BF62-4D94-B861-B3D2D58EB5D1}">
      <dgm:prSet/>
      <dgm:spPr/>
      <dgm:t>
        <a:bodyPr/>
        <a:lstStyle/>
        <a:p>
          <a:endParaRPr lang="en-US"/>
        </a:p>
      </dgm:t>
    </dgm:pt>
    <dgm:pt modelId="{36B0477B-EFD3-43A1-B7AC-AFB9AF59DDAE}" type="pres">
      <dgm:prSet presAssocID="{679B920E-2608-46C2-89DE-60D79C827D29}" presName="linear" presStyleCnt="0">
        <dgm:presLayoutVars>
          <dgm:animLvl val="lvl"/>
          <dgm:resizeHandles val="exact"/>
        </dgm:presLayoutVars>
      </dgm:prSet>
      <dgm:spPr/>
    </dgm:pt>
    <dgm:pt modelId="{B2400E78-6156-4403-8AAD-8068DC086D66}" type="pres">
      <dgm:prSet presAssocID="{BEE71973-55A8-413D-90C8-6F4FE41270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350E211-3B1B-43C1-A158-C12C128059D8}" type="pres">
      <dgm:prSet presAssocID="{C497E996-1ADA-4E2A-BC9E-6391E32B2CC6}" presName="spacer" presStyleCnt="0"/>
      <dgm:spPr/>
    </dgm:pt>
    <dgm:pt modelId="{84B32279-6A0C-471B-90A5-F820C2661268}" type="pres">
      <dgm:prSet presAssocID="{CB5CE74D-8786-45DA-B87D-5C51F05736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89945F-3588-42BC-9618-D385513783D7}" type="pres">
      <dgm:prSet presAssocID="{2C845B79-1126-419A-BFA4-81EE83C170CA}" presName="spacer" presStyleCnt="0"/>
      <dgm:spPr/>
    </dgm:pt>
    <dgm:pt modelId="{1E1CB7C3-D942-441F-BAD8-7DCC112B5EEF}" type="pres">
      <dgm:prSet presAssocID="{EA316364-04ED-4115-AC06-7992888E7D6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426E005-6AB7-48FF-956A-D9DC4CCF4F3A}" srcId="{679B920E-2608-46C2-89DE-60D79C827D29}" destId="{BEE71973-55A8-413D-90C8-6F4FE412709E}" srcOrd="0" destOrd="0" parTransId="{4295B4BA-5D29-4D96-8416-0C33AD949BC9}" sibTransId="{C497E996-1ADA-4E2A-BC9E-6391E32B2CC6}"/>
    <dgm:cxn modelId="{92A86B2B-F450-43DA-8A52-918CD8D7CB51}" type="presOf" srcId="{BEE71973-55A8-413D-90C8-6F4FE412709E}" destId="{B2400E78-6156-4403-8AAD-8068DC086D66}" srcOrd="0" destOrd="0" presId="urn:microsoft.com/office/officeart/2005/8/layout/vList2"/>
    <dgm:cxn modelId="{74879736-4286-4AEA-B8A2-E90E422DEB1A}" type="presOf" srcId="{EA316364-04ED-4115-AC06-7992888E7D65}" destId="{1E1CB7C3-D942-441F-BAD8-7DCC112B5EEF}" srcOrd="0" destOrd="0" presId="urn:microsoft.com/office/officeart/2005/8/layout/vList2"/>
    <dgm:cxn modelId="{0E655044-D7CC-40BC-BB53-173475375941}" type="presOf" srcId="{679B920E-2608-46C2-89DE-60D79C827D29}" destId="{36B0477B-EFD3-43A1-B7AC-AFB9AF59DDAE}" srcOrd="0" destOrd="0" presId="urn:microsoft.com/office/officeart/2005/8/layout/vList2"/>
    <dgm:cxn modelId="{4AA63575-85DD-40D6-B475-1C52EED8F77B}" type="presOf" srcId="{CB5CE74D-8786-45DA-B87D-5C51F0573619}" destId="{84B32279-6A0C-471B-90A5-F820C2661268}" srcOrd="0" destOrd="0" presId="urn:microsoft.com/office/officeart/2005/8/layout/vList2"/>
    <dgm:cxn modelId="{5DEE2185-BF62-4D94-B861-B3D2D58EB5D1}" srcId="{679B920E-2608-46C2-89DE-60D79C827D29}" destId="{EA316364-04ED-4115-AC06-7992888E7D65}" srcOrd="2" destOrd="0" parTransId="{57D4200C-BC8C-45E5-9074-E33563C5FB59}" sibTransId="{FD534BFE-7434-4E31-80A4-7C273C3A41D2}"/>
    <dgm:cxn modelId="{BFC4568A-B05E-4B6C-A951-5E5A9FB84AF4}" srcId="{679B920E-2608-46C2-89DE-60D79C827D29}" destId="{CB5CE74D-8786-45DA-B87D-5C51F0573619}" srcOrd="1" destOrd="0" parTransId="{D8940879-9C4C-4283-9594-9AF82FE801F6}" sibTransId="{2C845B79-1126-419A-BFA4-81EE83C170CA}"/>
    <dgm:cxn modelId="{215977F6-2B04-48F7-A0DA-817B8E523ECA}" type="presParOf" srcId="{36B0477B-EFD3-43A1-B7AC-AFB9AF59DDAE}" destId="{B2400E78-6156-4403-8AAD-8068DC086D66}" srcOrd="0" destOrd="0" presId="urn:microsoft.com/office/officeart/2005/8/layout/vList2"/>
    <dgm:cxn modelId="{7ADC2CF3-6B9D-4D8C-9B4C-64F4BE32F147}" type="presParOf" srcId="{36B0477B-EFD3-43A1-B7AC-AFB9AF59DDAE}" destId="{3350E211-3B1B-43C1-A158-C12C128059D8}" srcOrd="1" destOrd="0" presId="urn:microsoft.com/office/officeart/2005/8/layout/vList2"/>
    <dgm:cxn modelId="{7B217386-9285-4DD5-93CF-5E40BB8555EC}" type="presParOf" srcId="{36B0477B-EFD3-43A1-B7AC-AFB9AF59DDAE}" destId="{84B32279-6A0C-471B-90A5-F820C2661268}" srcOrd="2" destOrd="0" presId="urn:microsoft.com/office/officeart/2005/8/layout/vList2"/>
    <dgm:cxn modelId="{48BBA8A2-B308-4AE1-8792-08C652DB42B2}" type="presParOf" srcId="{36B0477B-EFD3-43A1-B7AC-AFB9AF59DDAE}" destId="{9C89945F-3588-42BC-9618-D385513783D7}" srcOrd="3" destOrd="0" presId="urn:microsoft.com/office/officeart/2005/8/layout/vList2"/>
    <dgm:cxn modelId="{4A6FECCE-CAF5-4F81-B76D-CD81E49119C6}" type="presParOf" srcId="{36B0477B-EFD3-43A1-B7AC-AFB9AF59DDAE}" destId="{1E1CB7C3-D942-441F-BAD8-7DCC112B5EE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96B345-B3D8-4339-A8A5-2B171477A2C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2E5140-5B53-449B-AF00-B5C3C85AC69D}">
      <dgm:prSet/>
      <dgm:spPr/>
      <dgm:t>
        <a:bodyPr/>
        <a:lstStyle/>
        <a:p>
          <a:r>
            <a:rPr lang="en-US" b="1" i="0" baseline="0"/>
            <a:t>The Collision:</a:t>
          </a:r>
          <a:r>
            <a:rPr lang="en-US" b="0" i="0" baseline="0"/>
            <a:t> What happens if Developer A changes line 10 on their branch, and Developer B changes line 10 on the main branch?</a:t>
          </a:r>
          <a:endParaRPr lang="en-US"/>
        </a:p>
      </dgm:t>
    </dgm:pt>
    <dgm:pt modelId="{65A7C133-2E4B-4D46-A983-B99BA576AD66}" type="parTrans" cxnId="{46CA01DE-71CF-4FAE-B278-D4CA5E14888D}">
      <dgm:prSet/>
      <dgm:spPr/>
      <dgm:t>
        <a:bodyPr/>
        <a:lstStyle/>
        <a:p>
          <a:endParaRPr lang="en-US"/>
        </a:p>
      </dgm:t>
    </dgm:pt>
    <dgm:pt modelId="{0FDB65A0-A64C-43A6-9150-8A65ECEE3E33}" type="sibTrans" cxnId="{46CA01DE-71CF-4FAE-B278-D4CA5E14888D}">
      <dgm:prSet/>
      <dgm:spPr/>
      <dgm:t>
        <a:bodyPr/>
        <a:lstStyle/>
        <a:p>
          <a:endParaRPr lang="en-US"/>
        </a:p>
      </dgm:t>
    </dgm:pt>
    <dgm:pt modelId="{B31FEA97-FC6C-4DDB-829F-CF51EDD0106C}">
      <dgm:prSet/>
      <dgm:spPr/>
      <dgm:t>
        <a:bodyPr/>
        <a:lstStyle/>
        <a:p>
          <a:r>
            <a:rPr lang="en-US" b="1" i="0" baseline="0"/>
            <a:t>The Outcome:</a:t>
          </a:r>
          <a:r>
            <a:rPr lang="en-US" b="0" i="0" baseline="0"/>
            <a:t> Git freezes. It refuses to guess whose code is correct. It creates a "Merge Conflict," injecting markers into the code. A human must open the file, decide which code to keep, and finalize the commit.</a:t>
          </a:r>
          <a:endParaRPr lang="en-US"/>
        </a:p>
      </dgm:t>
    </dgm:pt>
    <dgm:pt modelId="{C211621D-7A69-4370-AECF-1765EF5EF7BF}" type="parTrans" cxnId="{BD02670D-E8EF-4476-A236-99E38F83E784}">
      <dgm:prSet/>
      <dgm:spPr/>
      <dgm:t>
        <a:bodyPr/>
        <a:lstStyle/>
        <a:p>
          <a:endParaRPr lang="en-US"/>
        </a:p>
      </dgm:t>
    </dgm:pt>
    <dgm:pt modelId="{6DAD7AD4-1D5F-4BA5-89B6-3321774B6414}" type="sibTrans" cxnId="{BD02670D-E8EF-4476-A236-99E38F83E784}">
      <dgm:prSet/>
      <dgm:spPr/>
      <dgm:t>
        <a:bodyPr/>
        <a:lstStyle/>
        <a:p>
          <a:endParaRPr lang="en-US"/>
        </a:p>
      </dgm:t>
    </dgm:pt>
    <dgm:pt modelId="{1DD1CF9B-0BFB-4197-9703-90BEF675E119}" type="pres">
      <dgm:prSet presAssocID="{1E96B345-B3D8-4339-A8A5-2B171477A2C6}" presName="linear" presStyleCnt="0">
        <dgm:presLayoutVars>
          <dgm:animLvl val="lvl"/>
          <dgm:resizeHandles val="exact"/>
        </dgm:presLayoutVars>
      </dgm:prSet>
      <dgm:spPr/>
    </dgm:pt>
    <dgm:pt modelId="{5770B1EE-D323-472F-8287-8E5602B53261}" type="pres">
      <dgm:prSet presAssocID="{7B2E5140-5B53-449B-AF00-B5C3C85AC6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361B97-5562-4CF8-9464-9015F5EC906C}" type="pres">
      <dgm:prSet presAssocID="{0FDB65A0-A64C-43A6-9150-8A65ECEE3E33}" presName="spacer" presStyleCnt="0"/>
      <dgm:spPr/>
    </dgm:pt>
    <dgm:pt modelId="{BED61552-BE3D-4D20-85FD-DBC5EEC56EAD}" type="pres">
      <dgm:prSet presAssocID="{B31FEA97-FC6C-4DDB-829F-CF51EDD0106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D02670D-E8EF-4476-A236-99E38F83E784}" srcId="{1E96B345-B3D8-4339-A8A5-2B171477A2C6}" destId="{B31FEA97-FC6C-4DDB-829F-CF51EDD0106C}" srcOrd="1" destOrd="0" parTransId="{C211621D-7A69-4370-AECF-1765EF5EF7BF}" sibTransId="{6DAD7AD4-1D5F-4BA5-89B6-3321774B6414}"/>
    <dgm:cxn modelId="{10E23814-2C98-4C76-88A1-E2CAAC364792}" type="presOf" srcId="{B31FEA97-FC6C-4DDB-829F-CF51EDD0106C}" destId="{BED61552-BE3D-4D20-85FD-DBC5EEC56EAD}" srcOrd="0" destOrd="0" presId="urn:microsoft.com/office/officeart/2005/8/layout/vList2"/>
    <dgm:cxn modelId="{59098F4B-7145-42F3-A8CB-A6AB6EE01F24}" type="presOf" srcId="{1E96B345-B3D8-4339-A8A5-2B171477A2C6}" destId="{1DD1CF9B-0BFB-4197-9703-90BEF675E119}" srcOrd="0" destOrd="0" presId="urn:microsoft.com/office/officeart/2005/8/layout/vList2"/>
    <dgm:cxn modelId="{51C1EBD2-5CDE-4812-AD3E-C0E1E268AD17}" type="presOf" srcId="{7B2E5140-5B53-449B-AF00-B5C3C85AC69D}" destId="{5770B1EE-D323-472F-8287-8E5602B53261}" srcOrd="0" destOrd="0" presId="urn:microsoft.com/office/officeart/2005/8/layout/vList2"/>
    <dgm:cxn modelId="{46CA01DE-71CF-4FAE-B278-D4CA5E14888D}" srcId="{1E96B345-B3D8-4339-A8A5-2B171477A2C6}" destId="{7B2E5140-5B53-449B-AF00-B5C3C85AC69D}" srcOrd="0" destOrd="0" parTransId="{65A7C133-2E4B-4D46-A983-B99BA576AD66}" sibTransId="{0FDB65A0-A64C-43A6-9150-8A65ECEE3E33}"/>
    <dgm:cxn modelId="{E0D08EA7-BF27-4346-AFB2-277885411FC3}" type="presParOf" srcId="{1DD1CF9B-0BFB-4197-9703-90BEF675E119}" destId="{5770B1EE-D323-472F-8287-8E5602B53261}" srcOrd="0" destOrd="0" presId="urn:microsoft.com/office/officeart/2005/8/layout/vList2"/>
    <dgm:cxn modelId="{89F3B88C-84A1-4A2E-8AED-F0DAFB58C8B9}" type="presParOf" srcId="{1DD1CF9B-0BFB-4197-9703-90BEF675E119}" destId="{0D361B97-5562-4CF8-9464-9015F5EC906C}" srcOrd="1" destOrd="0" presId="urn:microsoft.com/office/officeart/2005/8/layout/vList2"/>
    <dgm:cxn modelId="{062AB1E1-DEC0-4124-80AB-42366FDA0A1E}" type="presParOf" srcId="{1DD1CF9B-0BFB-4197-9703-90BEF675E119}" destId="{BED61552-BE3D-4D20-85FD-DBC5EEC56EA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A4A5C-FCDD-459C-8CEB-BBE5D55E5598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4E2D2-E59E-477C-A647-54F162F36DAB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22438-CA1C-4184-9879-CE5C1CFBDD0D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The Concept:</a:t>
          </a:r>
          <a:r>
            <a:rPr lang="en-US" sz="1700" b="0" i="0" kern="1200" baseline="0"/>
            <a:t> Git operates in three main stages locally before it ever touches the internet (GitHub/GitLab).</a:t>
          </a:r>
          <a:endParaRPr lang="en-US" sz="1700" kern="1200"/>
        </a:p>
      </dsp:txBody>
      <dsp:txXfrm>
        <a:off x="1336039" y="2282"/>
        <a:ext cx="4835908" cy="1156744"/>
      </dsp:txXfrm>
    </dsp:sp>
    <dsp:sp modelId="{B0A63B3A-074C-42A7-B9D2-E574250BC479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92068-C213-4097-B517-7CC2B366314C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A6602-DBAB-48EF-B115-55F4EF8F9BE9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git add:</a:t>
          </a:r>
          <a:r>
            <a:rPr lang="en-US" sz="1700" b="0" i="0" kern="1200" baseline="0"/>
            <a:t> The Staging Area. You are telling Git, "I want to save these specific changes in my next snapshot."</a:t>
          </a:r>
          <a:endParaRPr lang="en-US" sz="1700" kern="1200"/>
        </a:p>
      </dsp:txBody>
      <dsp:txXfrm>
        <a:off x="1336039" y="1448212"/>
        <a:ext cx="4835908" cy="1156744"/>
      </dsp:txXfrm>
    </dsp:sp>
    <dsp:sp modelId="{4906C0DE-1212-4F45-A27C-7E34D578BB1E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5AB8A-7EAD-4B75-BB71-2E4AE215DBD2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8BD3D-5C2E-4319-8539-8DAD76CF87A2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git commit:</a:t>
          </a:r>
          <a:r>
            <a:rPr lang="en-US" sz="1700" b="0" i="0" kern="1200" baseline="0"/>
            <a:t> The Snapshot. You are taking a permanent picture of the code at this exact moment and attaching a message to it.</a:t>
          </a:r>
          <a:endParaRPr lang="en-US" sz="1700" kern="1200"/>
        </a:p>
      </dsp:txBody>
      <dsp:txXfrm>
        <a:off x="1336039" y="2894143"/>
        <a:ext cx="4835908" cy="1156744"/>
      </dsp:txXfrm>
    </dsp:sp>
    <dsp:sp modelId="{0FA615DB-A2E9-413D-97DF-979482E496EB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B3A03-E51C-46F4-A49A-4B079064A43D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AFF41-1497-4CBE-A36E-4C987AF4652E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git push / git pull:</a:t>
          </a:r>
          <a:r>
            <a:rPr lang="en-US" sz="1700" b="0" i="0" kern="1200" baseline="0"/>
            <a:t> The Sync. This is the only time you interact with the internet—pushing your local snapshots to the cloud or pulling your team's updates down to your machine.</a:t>
          </a:r>
          <a:endParaRPr lang="en-US" sz="1700" kern="1200"/>
        </a:p>
      </dsp:txBody>
      <dsp:txXfrm>
        <a:off x="1336039" y="4340073"/>
        <a:ext cx="4835908" cy="1156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00E78-6156-4403-8AAD-8068DC086D66}">
      <dsp:nvSpPr>
        <dsp:cNvPr id="0" name=""/>
        <dsp:cNvSpPr/>
      </dsp:nvSpPr>
      <dsp:spPr>
        <a:xfrm>
          <a:off x="0" y="28129"/>
          <a:ext cx="6171948" cy="1764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The Problem:</a:t>
          </a:r>
          <a:r>
            <a:rPr lang="en-US" sz="2600" b="0" i="0" kern="1200" baseline="0"/>
            <a:t> You want to test a crazy new AI architecture, but you don't want to break the main code that is currently working.</a:t>
          </a:r>
          <a:endParaRPr lang="en-US" sz="2600" kern="1200"/>
        </a:p>
      </dsp:txBody>
      <dsp:txXfrm>
        <a:off x="86129" y="114258"/>
        <a:ext cx="5999690" cy="1592102"/>
      </dsp:txXfrm>
    </dsp:sp>
    <dsp:sp modelId="{84B32279-6A0C-471B-90A5-F820C2661268}">
      <dsp:nvSpPr>
        <dsp:cNvPr id="0" name=""/>
        <dsp:cNvSpPr/>
      </dsp:nvSpPr>
      <dsp:spPr>
        <a:xfrm>
          <a:off x="0" y="1867370"/>
          <a:ext cx="6171948" cy="1764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The Solution:</a:t>
          </a:r>
          <a:r>
            <a:rPr lang="en-US" sz="2600" b="0" i="0" kern="1200" baseline="0"/>
            <a:t> A branch. It is an exact, isolated clone of your project. You can break it, delete it, or experiment on it safely.</a:t>
          </a:r>
          <a:endParaRPr lang="en-US" sz="2600" kern="1200"/>
        </a:p>
      </dsp:txBody>
      <dsp:txXfrm>
        <a:off x="86129" y="1953499"/>
        <a:ext cx="5999690" cy="1592102"/>
      </dsp:txXfrm>
    </dsp:sp>
    <dsp:sp modelId="{1E1CB7C3-D942-441F-BAD8-7DCC112B5EEF}">
      <dsp:nvSpPr>
        <dsp:cNvPr id="0" name=""/>
        <dsp:cNvSpPr/>
      </dsp:nvSpPr>
      <dsp:spPr>
        <a:xfrm>
          <a:off x="0" y="3706610"/>
          <a:ext cx="6171948" cy="1764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The Merge:</a:t>
          </a:r>
          <a:r>
            <a:rPr lang="en-US" sz="2600" b="0" i="0" kern="1200" baseline="0"/>
            <a:t> Once your new feature works perfectly on your branch, you merge it back into the main timeline for production.</a:t>
          </a:r>
          <a:endParaRPr lang="en-US" sz="2600" kern="1200"/>
        </a:p>
      </dsp:txBody>
      <dsp:txXfrm>
        <a:off x="86129" y="3792739"/>
        <a:ext cx="5999690" cy="1592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0B1EE-D323-472F-8287-8E5602B53261}">
      <dsp:nvSpPr>
        <dsp:cNvPr id="0" name=""/>
        <dsp:cNvSpPr/>
      </dsp:nvSpPr>
      <dsp:spPr>
        <a:xfrm>
          <a:off x="0" y="76853"/>
          <a:ext cx="6171948" cy="26338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The Collision:</a:t>
          </a:r>
          <a:r>
            <a:rPr lang="en-US" sz="2700" b="0" i="0" kern="1200" baseline="0"/>
            <a:t> What happens if Developer A changes line 10 on their branch, and Developer B changes line 10 on the main branch?</a:t>
          </a:r>
          <a:endParaRPr lang="en-US" sz="2700" kern="1200"/>
        </a:p>
      </dsp:txBody>
      <dsp:txXfrm>
        <a:off x="128572" y="205425"/>
        <a:ext cx="5914804" cy="2376672"/>
      </dsp:txXfrm>
    </dsp:sp>
    <dsp:sp modelId="{BED61552-BE3D-4D20-85FD-DBC5EEC56EAD}">
      <dsp:nvSpPr>
        <dsp:cNvPr id="0" name=""/>
        <dsp:cNvSpPr/>
      </dsp:nvSpPr>
      <dsp:spPr>
        <a:xfrm>
          <a:off x="0" y="2788429"/>
          <a:ext cx="6171948" cy="2633816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The Outcome:</a:t>
          </a:r>
          <a:r>
            <a:rPr lang="en-US" sz="2700" b="0" i="0" kern="1200" baseline="0"/>
            <a:t> Git freezes. It refuses to guess whose code is correct. It creates a "Merge Conflict," injecting markers into the code. A human must open the file, decide which code to keep, and finalize the commit.</a:t>
          </a:r>
          <a:endParaRPr lang="en-US" sz="2700" kern="1200"/>
        </a:p>
      </dsp:txBody>
      <dsp:txXfrm>
        <a:off x="128572" y="2917001"/>
        <a:ext cx="5914804" cy="2376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5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8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8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0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9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4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1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3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6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9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4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52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B72D2-403A-4CA9-71DC-33FC6C3BD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3286D-49CA-8115-03CE-1997C3CD5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4770" y="751607"/>
            <a:ext cx="4541595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711B5E-EBDF-ECE1-DAE0-D185C7656F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4827" y="486935"/>
            <a:ext cx="5930079" cy="40766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learned how to write clean, PEP 8 compliant code and how to build automated Command-Line Interfaces (CLI)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argparse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going to learn how to track, save, and collaborate on our code using the industry standard: Git. We will move away from uploading files to a website and learn how to control Git directly from the terminal.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a professional lab or tech firm, you never "email" code to a teammate or save files as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script_final_v2.py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 Git acts as a time machine and a collaboration hub. Mastering the Git CLI is a mandatory skill for any modern Software Engineer or AI Researcher.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59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E1E09-777D-CF81-B466-2A38A6875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The Git Lifecycle (Terminal vs. GUI)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5AA410D-224F-C9CE-5B40-4120DFE36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43127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383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30654-A10E-ADCC-7CAC-B84D41A7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Branching &amp; Merging (The Safe Workspace)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557CC9A-A734-9B32-6C35-F3D5E53CE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289459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361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85647-B71C-0EE4-BF00-F7310BD7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Conflict Resolution (When Worlds Collide)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16BD1EE-0634-950F-FE83-BD350A249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89442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808109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Unicode MS</vt:lpstr>
      <vt:lpstr>Calisto MT</vt:lpstr>
      <vt:lpstr>Univers Condensed</vt:lpstr>
      <vt:lpstr>ChronicleVTI</vt:lpstr>
      <vt:lpstr>Welcome &amp; Module Induction</vt:lpstr>
      <vt:lpstr>The Git Lifecycle (Terminal vs. GUI)</vt:lpstr>
      <vt:lpstr>Branching &amp; Merging (The Safe Workspace)</vt:lpstr>
      <vt:lpstr>Conflict Resolution (When Worlds Collide)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2026-04-22T07:15:53Z</dcterms:created>
  <dcterms:modified xsi:type="dcterms:W3CDTF">2026-04-22T07:19:48Z</dcterms:modified>
</cp:coreProperties>
</file>