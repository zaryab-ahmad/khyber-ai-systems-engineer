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56BF4-6B02-382A-6A8F-248E3EF92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BA9B1-60C0-045A-46D3-D6B17A947B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A3883-C874-3BD6-C61C-7811AD70A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BEE3-3472-43AC-89CA-311B5A20CB8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6F091-38AF-EEC0-D570-EC603C024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B7AF5-8B45-926B-BB37-FE63585E9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CF48-9671-45BD-B2E8-3EE87AD93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93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1A76-CDCB-7799-9845-EEA0A966C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036C6-F4D7-F879-B2A2-CFB2CBE61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00AAF-47D4-FC2C-742B-10069EA8F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BEE3-3472-43AC-89CA-311B5A20CB8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7C7C9-9FD2-6636-72E5-CB9EDF970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951C6-8C3C-7093-530D-4A69ED00C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CF48-9671-45BD-B2E8-3EE87AD93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6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CB083-9B3D-103A-A9E1-488A1A94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139DE-DB35-260E-509A-5120FF876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2B15F-FBC6-CA85-482A-8C45EA8EF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BEE3-3472-43AC-89CA-311B5A20CB8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9A5D4-A541-0B60-B105-906094E6A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F897F-22E6-F109-9FE4-1F8F5913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CF48-9671-45BD-B2E8-3EE87AD93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511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5563D-C741-E0DF-5A02-64987588E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067AC-7C40-CC70-15CF-A7B67AD641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55576-C4FD-D05C-1728-D6FD7D220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97F77-1AE4-55F4-D490-EA8BB756A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BEE3-3472-43AC-89CA-311B5A20CB8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4A603D-76C2-51E3-56BB-7CA93BAF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5913E-1A0B-51AE-0900-50F491728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CF48-9671-45BD-B2E8-3EE87AD93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5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07209-F839-7833-6964-49AB04383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F4381-6F8D-3E40-37C6-9824BDC9B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17BFA-D7E8-B68B-5C4D-0FB00C391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7469BB-CCC6-55F0-FCD5-4963349AB5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27781D-25F6-C762-80F6-3EB21EF82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A13EBE-EC3C-FA88-FC95-F60682794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BEE3-3472-43AC-89CA-311B5A20CB8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7C55E7-D9BE-9CC1-1F66-6945D82AC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9AC0B1-3DE8-2C7D-6A0D-09A210EBF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CF48-9671-45BD-B2E8-3EE87AD93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18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6A8CF-7B53-0F22-E5F4-D8FA83553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5F2A63-D6F8-9419-5BA9-E741CE89E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BEE3-3472-43AC-89CA-311B5A20CB8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97AD4-513E-C8EF-A0A9-EC166E156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91228E-DC8C-2466-4B9A-441B1AB2F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CF48-9671-45BD-B2E8-3EE87AD93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4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5CA333-CBA1-61EB-6F4A-6C9A08CB8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BEE3-3472-43AC-89CA-311B5A20CB8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F91DE-5FE6-C6F2-BC26-731FF59AE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1646A-060D-DCC1-BCEA-3C229CA77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CF48-9671-45BD-B2E8-3EE87AD93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81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1263-E3E6-5BCC-AA08-5B989955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E1712-D5DF-2A95-D0EA-DB84F72DF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35BD7-57F0-1B8C-2209-F48F76B00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29BA9-C52B-354D-1D6D-22D73A018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BEE3-3472-43AC-89CA-311B5A20CB8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44AE7-1DE5-5A64-DF1A-AB925BC3B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19DB3-40E1-C20F-9DED-0C6C9B872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CF48-9671-45BD-B2E8-3EE87AD93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74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2BA48-8888-9B68-9064-34125C65E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8D7CB0-05F0-1EF6-7753-09D1D8E44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94069D-8666-C83A-9330-D34B4C835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742D9-7E11-19E1-B4C5-0DA652500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BEE3-3472-43AC-89CA-311B5A20CB8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8C7E5-3789-90AA-4C83-6BDE2F33A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088CB-8A03-5D40-57B6-161D59728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CF48-9671-45BD-B2E8-3EE87AD93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18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CAAD2-0A68-EF5D-6E9B-775C6AA9F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16D0F-FD1D-3D64-98EC-32C4DB0C0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5552B-44D4-97A4-1808-A2BDBB2A1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BEE3-3472-43AC-89CA-311B5A20CB8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0B6AB-2E45-5C64-9125-314394E4D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C8654-2650-2550-2633-B5E576266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CF48-9671-45BD-B2E8-3EE87AD93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64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B75DBE-B96B-0257-1AB2-45D7BDE997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784DDA-97CB-8D7A-2BCE-251DA5E47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2046B-92E4-0901-67CD-40C706DFA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BEE3-3472-43AC-89CA-311B5A20CB8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35E4F-62AB-CF8D-50D7-4F0E650F2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E24F3-DF9E-FEC5-DA51-107575689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CF48-9671-45BD-B2E8-3EE87AD93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90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3ACF66-197D-CE01-E8E5-ED66451F3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1C3EB-D319-DEF2-5C64-97B6EF5A9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E0C2E-6C93-2E5A-3803-880944A92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26BEE3-3472-43AC-89CA-311B5A20CB8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B4AC9-2D00-0E51-567F-9C72BF9C34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F1D20-9116-2C11-6A4A-19E864B23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7CCF48-9671-45BD-B2E8-3EE87AD93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31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1031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 descr="How to Unit Test with Python - Mattermost">
            <a:extLst>
              <a:ext uri="{FF2B5EF4-FFF2-40B4-BE49-F238E27FC236}">
                <a16:creationId xmlns:a16="http://schemas.microsoft.com/office/drawing/2014/main" id="{C5F60613-F105-2D0E-AE8E-9DD395618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3" r="2037" b="-3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7D368A-FF01-1865-9E1F-09BEE70FA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Welcome &amp; Module Induction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E4EC54-3769-CC33-7FB6-2566B9F6528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4159404"/>
            <a:ext cx="9144000" cy="213253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What we learned previously: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In Module 13, we mastered Asynchronous Programming, allowing our code to handle thousands of connections without blocking.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What we are learning today: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We are learning how to prove our code works. We will explore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Unit Testing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(the foundation),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Pytest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(the industry standard),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Mocking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(simulating the world).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Why this will be helpful: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In a professional lab, you don't "hope" your code works; you "verify" it. If you update a function in your AI pipeline, how do you know you didn't accidentally break something else? Automated tests allow you to hit one button and check 1,000 logic points in seconds.</a:t>
            </a:r>
          </a:p>
        </p:txBody>
      </p:sp>
    </p:spTree>
    <p:extLst>
      <p:ext uri="{BB962C8B-B14F-4D97-AF65-F5344CB8AC3E}">
        <p14:creationId xmlns:p14="http://schemas.microsoft.com/office/powerpoint/2010/main" val="1677519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5" name="Rectangle 206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17C69A-195B-3287-DFFD-0C818A9A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Unit Testing &amp; the unittest Library</a:t>
            </a:r>
          </a:p>
        </p:txBody>
      </p:sp>
      <p:sp>
        <p:nvSpPr>
          <p:cNvPr id="2067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63CA19-3B70-4873-70D4-AE6F69223F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Concept: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"Unit" is the smallest piece of testable code (usually a single function).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Foundation: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unittest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is built directly into Python. It uses a "Class-based" approach where you define what a "Success" looks like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Assertions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(e.g.,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assertEqual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assertTrue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Cycle: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Test =&gt; Fail =&gt; Write Code =&gt; Pass.</a:t>
            </a:r>
          </a:p>
        </p:txBody>
      </p:sp>
      <p:pic>
        <p:nvPicPr>
          <p:cNvPr id="2051" name="Picture 3" descr="Unit Testing vs Integration Testing">
            <a:extLst>
              <a:ext uri="{FF2B5EF4-FFF2-40B4-BE49-F238E27FC236}">
                <a16:creationId xmlns:a16="http://schemas.microsoft.com/office/drawing/2014/main" id="{A3C2E1DF-07CF-160C-C22A-7978EF49E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1245413"/>
            <a:ext cx="5458968" cy="4367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8371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5" name="Rectangle 3084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6" name="Freeform: Shape 3085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272C78-E2CA-E32A-4355-3D27B972B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/>
              <a:t>Professional Testing with Pytest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30F542-57FE-2233-B4EF-01D1C9F177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4" y="2198362"/>
            <a:ext cx="4958966" cy="3917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Why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Pytest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?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While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unittest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is good,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pytest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is faster, more powerful, and easier to read. It allows you to use simple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assert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statements instead of complex method calls.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Industry Standard: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90% of professional Python projects use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Pytest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because it can automatically find and run all your tests with a single terminal command.</a:t>
            </a: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0B482659-FD2F-5271-0F46-1C2651729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9367" y="2626320"/>
            <a:ext cx="4788505" cy="287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4" name="Freeform: Shape 308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63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3" name="Rectangle 411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BAC34F-28D1-32CA-B008-20516B615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Mocking &amp; Patching (The "Flight Simulator")</a:t>
            </a:r>
          </a:p>
        </p:txBody>
      </p:sp>
      <p:sp>
        <p:nvSpPr>
          <p:cNvPr id="41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B53DD6-970E-9F14-4B22-75B74486DB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706624"/>
            <a:ext cx="6894576" cy="34838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Problem: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How do you test a function that sends an email, deletes a database, or calls an expensive OpenAI API? You don't want to actually send 100 emails every time you run a test.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Solution: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Mocking. We create a "Fake" object that mimics the behavior of the real one.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Analogy: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It’s like a flight simulator. The pilot can practice landing in a storm without actually risking a million-dollar airplane.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8FA4FD-8566-DEF8-5A06-0C4205967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6172" y="329183"/>
            <a:ext cx="2409552" cy="3429969"/>
          </a:xfrm>
          <a:prstGeom prst="rect">
            <a:avLst/>
          </a:prstGeom>
        </p:spPr>
      </p:pic>
      <p:pic>
        <p:nvPicPr>
          <p:cNvPr id="4101" name="Picture 5" descr="Understanding Monkey Patching in Python ...">
            <a:extLst>
              <a:ext uri="{FF2B5EF4-FFF2-40B4-BE49-F238E27FC236}">
                <a16:creationId xmlns:a16="http://schemas.microsoft.com/office/drawing/2014/main" id="{019465C8-2FDA-79AA-F570-DFF4BF18F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73668" y="4079193"/>
            <a:ext cx="2176272" cy="217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8283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366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Arial Unicode MS</vt:lpstr>
      <vt:lpstr>Office Theme</vt:lpstr>
      <vt:lpstr>Welcome &amp; Module Induction</vt:lpstr>
      <vt:lpstr>Unit Testing &amp; the unittest Library</vt:lpstr>
      <vt:lpstr>Professional Testing with Pytest</vt:lpstr>
      <vt:lpstr>Mocking &amp; Patching (The "Flight Simulator")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1</cp:revision>
  <dcterms:created xsi:type="dcterms:W3CDTF">2026-04-24T05:53:20Z</dcterms:created>
  <dcterms:modified xsi:type="dcterms:W3CDTF">2026-04-24T06:02:04Z</dcterms:modified>
</cp:coreProperties>
</file>