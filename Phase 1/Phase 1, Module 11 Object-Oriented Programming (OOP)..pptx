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75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2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5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3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0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1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1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42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9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684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04B6C1-C6DD-2E96-C2E0-8FE3865E1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11"/>
          <a:stretch>
            <a:fillRect/>
          </a:stretch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B0A228-9EA3-4009-A82E-9402BBC72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8E68F-1DD5-A773-BE9C-CD4A24951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181101"/>
            <a:ext cx="8969828" cy="20519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Phase 1, Module 11: Object-Oriented Programming (OOP)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0E62B-279E-12F6-CBCA-5FFC2E772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360718"/>
            <a:ext cx="7598228" cy="149579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b="1" dirty="0"/>
              <a:t>Building Industrial-Grade Blueprints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Until now, we have been writing code as a series of steps. Today, we shift our mindset. We will learn how to group data and behavior together into 'Objects.' This is how large-scale AI frameworks like </a:t>
            </a:r>
            <a:r>
              <a:rPr lang="en-US" sz="1600" dirty="0" err="1"/>
              <a:t>PyTorch</a:t>
            </a:r>
            <a:r>
              <a:rPr lang="en-US" sz="1600" dirty="0"/>
              <a:t> and TensorFlow are built.</a:t>
            </a:r>
          </a:p>
          <a:p>
            <a:pPr algn="r">
              <a:lnSpc>
                <a:spcPct val="90000"/>
              </a:lnSpc>
            </a:pPr>
            <a:r>
              <a:rPr lang="en-US" sz="1600" dirty="0"/>
              <a:t>Presented By: Zaryab Ahmad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2E0C409-730D-455F-AA8F-0646ABDB1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8973" y="0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5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2F818-811A-B7CB-D0A3-2FFF5CAD6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What is a Class? (The Blueprint)</a:t>
            </a:r>
            <a:br>
              <a:rPr lang="en-US" sz="2800"/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54E7-FBD7-630C-03B5-120D1A7F0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953000" cy="356711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Blueprints vs. Objects</a:t>
            </a:r>
          </a:p>
          <a:p>
            <a:pPr>
              <a:lnSpc>
                <a:spcPct val="110000"/>
              </a:lnSpc>
            </a:pP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/>
              <a:t>Class: </a:t>
            </a:r>
            <a:r>
              <a:rPr lang="en-US" sz="1700"/>
              <a:t>The architectural drawing (e.g., a "Car" design).</a:t>
            </a:r>
          </a:p>
          <a:p>
            <a:pPr>
              <a:lnSpc>
                <a:spcPct val="110000"/>
              </a:lnSpc>
            </a:pPr>
            <a:r>
              <a:rPr lang="en-US" sz="1700" b="1"/>
              <a:t>Object (Instance): </a:t>
            </a:r>
            <a:r>
              <a:rPr lang="en-US" sz="1700"/>
              <a:t>The physical item built from that drawing (e.g., your specific Car).</a:t>
            </a:r>
          </a:p>
          <a:p>
            <a:pPr>
              <a:lnSpc>
                <a:spcPct val="110000"/>
              </a:lnSpc>
            </a:pPr>
            <a:r>
              <a:rPr lang="en-US" sz="1700" b="1"/>
              <a:t>The Goal: </a:t>
            </a:r>
            <a:r>
              <a:rPr lang="en-US" sz="1700"/>
              <a:t>Write the logic once in a Class, then create 1,000 unique Objects from it.</a:t>
            </a:r>
          </a:p>
        </p:txBody>
      </p:sp>
      <p:pic>
        <p:nvPicPr>
          <p:cNvPr id="1027" name="Picture 3" descr="python tutorial - Python Class | Python ...">
            <a:extLst>
              <a:ext uri="{FF2B5EF4-FFF2-40B4-BE49-F238E27FC236}">
                <a16:creationId xmlns:a16="http://schemas.microsoft.com/office/drawing/2014/main" id="{0CCB1990-98E6-0101-8CF0-9F7D936A3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7310" y="2432068"/>
            <a:ext cx="3327437" cy="232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78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741A2-292F-BD9E-6BD2-084D8133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r>
              <a:rPr lang="en-US" dirty="0"/>
              <a:t>Attributes and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8A7A7-1805-5B78-6744-9221DCE63B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2332026"/>
                <a:ext cx="4953000" cy="3567118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State and Behavior</a:t>
                </a:r>
              </a:p>
              <a:p>
                <a:endParaRPr lang="en-US" dirty="0"/>
              </a:p>
              <a:p>
                <a:r>
                  <a:rPr lang="en-US" dirty="0"/>
                  <a:t>Attributes (Data): What the object is (e.g., color, model, speed).</a:t>
                </a:r>
              </a:p>
              <a:p>
                <a:r>
                  <a:rPr lang="en-US" dirty="0"/>
                  <a:t>Methods (Functions): What the object does (e.g., </a:t>
                </a:r>
                <a:r>
                  <a:rPr lang="en-US" dirty="0" err="1"/>
                  <a:t>start_engine</a:t>
                </a:r>
                <a:r>
                  <a:rPr lang="en-US" dirty="0"/>
                  <a:t>, accelerate).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The keyword that allows an object to "talk" to its own data.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8A7A7-1805-5B78-6744-9221DCE63B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2332026"/>
                <a:ext cx="4953000" cy="3567118"/>
              </a:xfrm>
              <a:blipFill>
                <a:blip r:embed="rId2"/>
                <a:stretch>
                  <a:fillRect l="-1355" r="-2217" b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3" name="Picture 5" descr="Class and instance attributes">
            <a:extLst>
              <a:ext uri="{FF2B5EF4-FFF2-40B4-BE49-F238E27FC236}">
                <a16:creationId xmlns:a16="http://schemas.microsoft.com/office/drawing/2014/main" id="{646B5D2C-A875-8CB4-464B-5CBCE606C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3433" y="2158411"/>
            <a:ext cx="4886449" cy="287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51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85D42F-376F-8595-41EF-5BD2736521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7243" y="585856"/>
                <a:ext cx="5999018" cy="13608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Constructor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__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85D42F-376F-8595-41EF-5BD273652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7243" y="585856"/>
                <a:ext cx="5999018" cy="1360898"/>
              </a:xfrm>
              <a:blipFill>
                <a:blip r:embed="rId2"/>
                <a:stretch>
                  <a:fillRect l="-3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E72183-8A39-18DD-9FDE-4B991C85C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243" y="2168688"/>
                <a:ext cx="6574941" cy="6658495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 Birth of an Object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__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__ </m:t>
                    </m:r>
                  </m:oMath>
                </a14:m>
                <a:r>
                  <a:rPr lang="en-US" dirty="0"/>
                  <a:t>method runs automatically the microsecond an object is created.</a:t>
                </a:r>
              </a:p>
              <a:p>
                <a:r>
                  <a:rPr lang="en-US" dirty="0"/>
                  <a:t>It sets the initial state of the object (e.g., setting the patient ID or loading the AI model weights).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E72183-8A39-18DD-9FDE-4B991C85C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243" y="2168688"/>
                <a:ext cx="6574941" cy="6658495"/>
              </a:xfrm>
              <a:blipFill>
                <a:blip r:embed="rId3"/>
                <a:stretch>
                  <a:fillRect l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Multiple Constructor in Python. What is constructor? | by Chandrashekar |  Medium">
            <a:extLst>
              <a:ext uri="{FF2B5EF4-FFF2-40B4-BE49-F238E27FC236}">
                <a16:creationId xmlns:a16="http://schemas.microsoft.com/office/drawing/2014/main" id="{EA883E60-7DFF-A89F-B7E3-3D6CFD97C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6260" y="2153095"/>
            <a:ext cx="5612157" cy="313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72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AB29C-287D-92DD-7B03-D3FA9C9E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r>
              <a:rPr lang="en-US" dirty="0"/>
              <a:t>Inheritance (Professional Hierarchy)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EC8B3-C32C-F926-A150-9EB22C415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3249348"/>
                <a:ext cx="4953000" cy="3567118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400" b="1" dirty="0"/>
                  <a:t>Don't Rebuild, Inherit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400" dirty="0"/>
                  <a:t>A "Child" class can take all the features of a "Parent" class.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400" b="1" dirty="0"/>
                  <a:t>Use Case: </a:t>
                </a:r>
                <a:r>
                  <a:rPr lang="en-US" sz="1400" dirty="0"/>
                  <a:t>A generic Sensor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𝑐𝑙𝑎𝑠𝑠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𝑃𝑎𝑟𝑒𝑛𝑡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 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𝑇𝑒𝑚𝑝𝑒𝑟𝑎𝑡𝑢𝑟𝑒𝑆𝑒𝑛𝑠𝑜𝑟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𝑐𝑙𝑎𝑠𝑠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𝐶h𝑖𝑙𝑑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EC8B3-C32C-F926-A150-9EB22C415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3249348"/>
                <a:ext cx="4953000" cy="3567118"/>
              </a:xfrm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Python Inheritance • Python Land Tutorial">
            <a:extLst>
              <a:ext uri="{FF2B5EF4-FFF2-40B4-BE49-F238E27FC236}">
                <a16:creationId xmlns:a16="http://schemas.microsoft.com/office/drawing/2014/main" id="{48A3F5F2-1799-196F-AB75-21870707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7310" y="2138553"/>
            <a:ext cx="3327437" cy="291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434174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Cambria Math</vt:lpstr>
      <vt:lpstr>Walbaum Display</vt:lpstr>
      <vt:lpstr>RegattaVTI</vt:lpstr>
      <vt:lpstr>Phase 1, Module 11: Object-Oriented Programming (OOP)</vt:lpstr>
      <vt:lpstr>What is a Class? (The Blueprint) </vt:lpstr>
      <vt:lpstr>Attributes and Methods</vt:lpstr>
      <vt:lpstr>The Constructor (__init__)</vt:lpstr>
      <vt:lpstr>Inheritance (Professional Hierarchy)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2026-04-21T06:06:44Z</dcterms:created>
  <dcterms:modified xsi:type="dcterms:W3CDTF">2026-04-21T06:33:45Z</dcterms:modified>
</cp:coreProperties>
</file>