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298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85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491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14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89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80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991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341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96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84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72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01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Video 3" descr="3D Graphs">
            <a:extLst>
              <a:ext uri="{FF2B5EF4-FFF2-40B4-BE49-F238E27FC236}">
                <a16:creationId xmlns:a16="http://schemas.microsoft.com/office/drawing/2014/main" id="{CFBE1CF7-F188-9EAF-1BF9-197E77B683B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59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D71E64B-9F70-4956-A351-D707CAB0A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524" y="0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B53109-3682-9DDC-F7DC-04945EBF2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33377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dirty="0">
                <a:solidFill>
                  <a:schemeClr val="accent4">
                    <a:lumMod val="50000"/>
                  </a:schemeClr>
                </a:solidFill>
              </a:rPr>
              <a:t>Phase 1, Module 5: </a:t>
            </a:r>
            <a:r>
              <a:rPr lang="en-US" sz="4800" dirty="0">
                <a:solidFill>
                  <a:schemeClr val="accent4">
                    <a:lumMod val="50000"/>
                  </a:schemeClr>
                </a:solidFill>
              </a:rPr>
              <a:t>Advanced</a:t>
            </a:r>
            <a:r>
              <a:rPr lang="en-US" sz="4700" dirty="0">
                <a:solidFill>
                  <a:schemeClr val="accent4">
                    <a:lumMod val="50000"/>
                  </a:schemeClr>
                </a:solidFill>
              </a:rPr>
              <a:t> Data Structures</a:t>
            </a:r>
            <a:endParaRPr lang="en-US" sz="47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9AC65F-AECC-0028-A6CB-14265727B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5743" y="2754086"/>
            <a:ext cx="5564493" cy="2891878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Khyber AI Systems Engineer (KASE)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Welcome to Module 5. As an AI engineer, you don't process one number at a time; you process millions. Today, we learn the four primary architectures for organizing mass data in Python: Lists, Tuples, Sets, and Dictionaries.</a:t>
            </a:r>
          </a:p>
          <a:p>
            <a:pPr algn="r">
              <a:lnSpc>
                <a:spcPct val="100000"/>
              </a:lnSpc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Presented By: Zaryab Ahmad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11650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01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8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BC4D4-2C89-4DD9-8B6C-4E463C141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Lists vs. Tuples (The Memory Tradeoff)</a:t>
            </a:r>
            <a:br>
              <a:rPr lang="en-US" sz="3100"/>
            </a:br>
            <a:endParaRPr lang="en-US" sz="3100"/>
          </a:p>
        </p:txBody>
      </p:sp>
      <p:pic>
        <p:nvPicPr>
          <p:cNvPr id="1028" name="Picture 4" descr="Difference Between List and Tuple in ...">
            <a:extLst>
              <a:ext uri="{FF2B5EF4-FFF2-40B4-BE49-F238E27FC236}">
                <a16:creationId xmlns:a16="http://schemas.microsoft.com/office/drawing/2014/main" id="{A102EFF3-82FB-CDFC-09C8-1CCDDEAF6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1137900"/>
            <a:ext cx="4959823" cy="4578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3EA20-6F39-E168-18C6-778E48597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2" y="2578608"/>
            <a:ext cx="5513832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Mutability vs. Efficiency</a:t>
            </a:r>
          </a:p>
          <a:p>
            <a:r>
              <a:rPr lang="en-US" dirty="0"/>
              <a:t>Lists []: Ordered and Mutable (changeable). Great for dynamic data that grows (e.g., a timeline of temperature readings in Swat).</a:t>
            </a:r>
          </a:p>
          <a:p>
            <a:r>
              <a:rPr lang="en-US" dirty="0"/>
              <a:t>Tuples (): Ordered and Immutable.</a:t>
            </a:r>
          </a:p>
          <a:p>
            <a:r>
              <a:rPr lang="en-US" dirty="0"/>
              <a:t>The AI Rule: Tuples use less RAM and process faster. We use Tuples for fixed AI configurations, like the shape of an image (224, 224, 3).</a:t>
            </a:r>
          </a:p>
        </p:txBody>
      </p:sp>
    </p:spTree>
    <p:extLst>
      <p:ext uri="{BB962C8B-B14F-4D97-AF65-F5344CB8AC3E}">
        <p14:creationId xmlns:p14="http://schemas.microsoft.com/office/powerpoint/2010/main" val="1940029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46755E-8CF9-4AE2-82D4-50779C13F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Sets (The Data Cleaner)</a:t>
            </a:r>
          </a:p>
        </p:txBody>
      </p:sp>
      <p:sp>
        <p:nvSpPr>
          <p:cNvPr id="2058" name="Freeform: Shape 2057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1" name="Picture 3" descr="Sets in Python | Board Infinity">
            <a:extLst>
              <a:ext uri="{FF2B5EF4-FFF2-40B4-BE49-F238E27FC236}">
                <a16:creationId xmlns:a16="http://schemas.microsoft.com/office/drawing/2014/main" id="{3DBB3499-B017-124C-4A37-4A61B24D4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8" y="2756867"/>
            <a:ext cx="5639091" cy="315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A7F3BE-305D-D416-6A66-4F8EC6C195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47104" y="2304288"/>
                <a:ext cx="5129784" cy="405079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/>
                  <a:t>Instant Lookups &amp; Deduplication</a:t>
                </a:r>
              </a:p>
              <a:p>
                <a:r>
                  <a:rPr lang="en-US" b="1" dirty="0"/>
                  <a:t>Sets {}: </a:t>
                </a:r>
                <a:r>
                  <a:rPr lang="en-US" dirty="0"/>
                  <a:t>Unordered, unindexed, and strictly Unique.</a:t>
                </a:r>
              </a:p>
              <a:p>
                <a:r>
                  <a:rPr lang="en-US" dirty="0"/>
                  <a:t>Powered by Hash Tables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(1) </m:t>
                    </m:r>
                  </m:oMath>
                </a14:m>
                <a:r>
                  <a:rPr lang="en-US" dirty="0"/>
                  <a:t>time complexity).</a:t>
                </a:r>
              </a:p>
              <a:p>
                <a:r>
                  <a:rPr lang="en-US" dirty="0"/>
                  <a:t>AI Use Case: Cleaning massive, messy datasets.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A7F3BE-305D-D416-6A66-4F8EC6C195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47104" y="2304288"/>
                <a:ext cx="5129784" cy="4050792"/>
              </a:xfrm>
              <a:blipFill>
                <a:blip r:embed="rId3"/>
                <a:stretch>
                  <a:fillRect l="-950" t="-451" r="-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9765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27A4D3-41D2-7FEC-488E-FDC04DA54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Dictionaries (The Language of the Web)</a:t>
            </a:r>
            <a:endParaRPr lang="en-US" b="0" dirty="0"/>
          </a:p>
        </p:txBody>
      </p:sp>
      <p:sp>
        <p:nvSpPr>
          <p:cNvPr id="3082" name="Freeform: Shape 3081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75" name="Picture 3" descr="Dictionary in Python ...">
            <a:extLst>
              <a:ext uri="{FF2B5EF4-FFF2-40B4-BE49-F238E27FC236}">
                <a16:creationId xmlns:a16="http://schemas.microsoft.com/office/drawing/2014/main" id="{FE9778A7-3480-4B68-40AA-48605BE3B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8" y="2834496"/>
            <a:ext cx="5639091" cy="3002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BC50BB-04B2-773A-D7FD-F2BC61A7B5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47104" y="2304288"/>
                <a:ext cx="5129784" cy="405079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/>
                  <a:t>Key-Value Mapping &amp; JSON</a:t>
                </a:r>
              </a:p>
              <a:p>
                <a:r>
                  <a:rPr lang="en-US" dirty="0" err="1"/>
                  <a:t>Dicts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{"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key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":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𝑣𝑎𝑙𝑢𝑒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}: </m:t>
                    </m:r>
                  </m:oMath>
                </a14:m>
                <a:r>
                  <a:rPr lang="en-US" dirty="0"/>
                  <a:t>Unordered, mutable, indexed by keys.</a:t>
                </a:r>
              </a:p>
              <a:p>
                <a:r>
                  <a:rPr lang="en-US" dirty="0"/>
                  <a:t>The Golden Rule: Python Dictionaries map perfectly to JSON (JavaScript Object Notation).</a:t>
                </a:r>
              </a:p>
              <a:p>
                <a:r>
                  <a:rPr lang="en-US" dirty="0"/>
                  <a:t>AI Use Case: APIs, Model Hyperparameters, and Agentic Handoffs.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BC50BB-04B2-773A-D7FD-F2BC61A7B5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47104" y="2304288"/>
                <a:ext cx="5129784" cy="4050792"/>
              </a:xfrm>
              <a:blipFill>
                <a:blip r:embed="rId3"/>
                <a:stretch>
                  <a:fillRect l="-950" t="-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353071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243</Words>
  <Application>Microsoft Office PowerPoint</Application>
  <PresentationFormat>Widescreen</PresentationFormat>
  <Paragraphs>19</Paragraphs>
  <Slides>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Bierstadt</vt:lpstr>
      <vt:lpstr>Cambria Math</vt:lpstr>
      <vt:lpstr>GestaltVTI</vt:lpstr>
      <vt:lpstr>Phase 1, Module 5: Advanced Data Structures</vt:lpstr>
      <vt:lpstr>Lists vs. Tuples (The Memory Tradeoff) </vt:lpstr>
      <vt:lpstr>Sets (The Data Cleaner)</vt:lpstr>
      <vt:lpstr>Dictionaries (The Language of the Web)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1</cp:revision>
  <dcterms:created xsi:type="dcterms:W3CDTF">2026-04-20T07:44:28Z</dcterms:created>
  <dcterms:modified xsi:type="dcterms:W3CDTF">2026-04-20T07:53:15Z</dcterms:modified>
</cp:coreProperties>
</file>