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46DD-3BCF-D0CA-74AC-C936D2EFE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0625B-328C-7CA7-8723-18ADCEEB1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16BEC-0AD5-0DEB-580E-26D51541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B742-FF16-B73E-A799-75779290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36A78-5888-D6EC-F9AD-8B0CB33E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CBB4F-CBEE-A157-1DCA-D6CDB421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DC31-EEA0-B398-6AEC-22D2808F8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850F-E486-4841-FABD-21DCA1F0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52BBD-A533-8709-765E-C74B8055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EB0C5-6C2D-1602-83C2-02B597FE2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5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60B9-6EB1-C776-F541-4135807A9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4428A-B1B4-F580-9653-FCB75BCDA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C302A-EC2A-E964-757A-3A19AED3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F2BFA-CEB8-3187-A9D8-DBEB0271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08E9A-60F8-7A90-91FE-A9A1A658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9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8830-2204-C14A-7E90-57059B85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6A307-9502-5720-4182-02043731C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4841B-3D9A-86B3-EE36-D7AD58918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32392-73A9-3BEC-BE5C-6261324C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A998D-8D7B-8A6B-D348-9D766264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0DE1E-9375-E55A-8B6F-1A2659E6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5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54BC9-0807-9DCF-6694-E90DC153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85E4F-8180-D37A-F65A-6F4BACD45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2F167-8153-0CF5-3610-F7DC6BF6E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9964A-162A-D47C-918A-FEED55B91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FEA723-4843-4B8C-B13B-D3325D600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E33D8-7DD2-C197-464E-D9783800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0AA79-5D5D-70DC-1EEC-839DA457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E5D44-FCB7-FCF0-51A4-874C6217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3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78AD-3285-D6B9-8489-7329B1F5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C8746-B5F1-2B4B-F360-DE47FB86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DD817-A6FE-07D8-6395-E33BEF33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6BDAC-E2D0-7F8A-6BFC-CACCDBDC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56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4EAC6-2DA6-07DB-D113-61234CB9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87088-1EA0-10DC-DD15-8AE6BB22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2364A-BEB8-1607-2FC3-91E431DD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8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2A3E-F71B-36BC-B276-75C468E1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80637-F924-95EB-5A9A-1335D4AC4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E74D7-8FBD-9137-A40B-B141A10C3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67817-DE2D-CD37-6442-B0CC7203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92037-D83A-96FD-E133-8FDC9331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C2DF1-A813-696D-E3E9-2131917E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41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D26B-7409-CA37-25B6-08B61980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4B08F-6ADB-12AE-AFCE-50AECAD04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70AB4-CF8E-DBDA-A0C0-EC74384A2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4669C-784F-F49F-60EC-E8904312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B55A2-C133-2207-0974-A9970B76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105AB-D8EE-A7D8-8359-B34F4F21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5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984E-2660-1F72-8DAE-A034DC32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1705A-A059-5896-29B6-ED025CD4A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1975B-EE52-027E-BEE9-4A7EBDA5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68069-F531-A4E9-BD03-E14220FB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A4650-C67B-145B-2AAF-CBBFB226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7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AAF6DD-8099-142E-267C-CA97240CF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82BE5-E8DE-E265-35B5-FE576DE7A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66F37-FF3A-20EF-7AC1-D7A13EBB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E1040-4988-C3CE-4AE3-E6F97901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7EB68-136B-A627-C0E0-5E4115DD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0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0B045-2612-20CE-FE22-8F960769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1E1B2-BADF-EFF6-3119-FB564323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357F0-99E4-14DF-01B0-D7ED65AAC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C3BC6-A732-4705-BC18-F32BCF03AB2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063C4-6ADE-4FAC-14C3-26F99897F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9CB9A-C7D9-A15A-E8B2-4D065CA37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C4A39-7D01-483F-BBE1-76B292AC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1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mit.edu/6.005/www/fa15/classes/09-immutability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Computer Servers">
            <a:extLst>
              <a:ext uri="{FF2B5EF4-FFF2-40B4-BE49-F238E27FC236}">
                <a16:creationId xmlns:a16="http://schemas.microsoft.com/office/drawing/2014/main" id="{C5629FE0-B8D9-C4A2-F55A-F49F478C474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9CB41-8D57-95F3-46A5-0CC1965C4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5" y="643467"/>
            <a:ext cx="7858277" cy="2600476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Phase 1, Module 3: Data Types &amp; Data Integrity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C4AE1-E836-85B3-4B9D-D1A37F205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3152" y="3514442"/>
            <a:ext cx="8892420" cy="2700091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Khyber AI Systems Engineer (KASE)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Welcome back. Today we look at the raw materials of our AI systems: Numbers and Text. But we are going to look at them like engineers, focusing on precision, memory, and formatting for production.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Presented By: Zaryab Ahmad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9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A806-41DE-4117-38DA-B1D96090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The Numerics (Integers vs. Floats)</a:t>
            </a:r>
          </a:p>
        </p:txBody>
      </p: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3355-3DA1-2578-5AA7-E9232C26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The Danger of Decimals</a:t>
            </a:r>
          </a:p>
          <a:p>
            <a:r>
              <a:rPr lang="en-US" sz="2000" b="1"/>
              <a:t>Integers (int): </a:t>
            </a:r>
            <a:r>
              <a:rPr lang="en-US" sz="2000"/>
              <a:t>Whole numbers. In Python, they can be infinitely large.</a:t>
            </a:r>
          </a:p>
          <a:p>
            <a:r>
              <a:rPr lang="en-US" sz="2000" b="1"/>
              <a:t>Floats (float): </a:t>
            </a:r>
            <a:r>
              <a:rPr lang="en-US" sz="2000"/>
              <a:t>Decimal numbers. They are stored using the IEEE 754 standard.</a:t>
            </a:r>
          </a:p>
          <a:p>
            <a:r>
              <a:rPr lang="en-US" sz="2000" b="1"/>
              <a:t>The Trap: </a:t>
            </a:r>
            <a:r>
              <a:rPr lang="en-US" sz="2000"/>
              <a:t>Computers cannot store fractions perfectly in binary. 0.1 + 0.2 does NOT equal 0.3.</a:t>
            </a:r>
          </a:p>
        </p:txBody>
      </p:sp>
      <p:pic>
        <p:nvPicPr>
          <p:cNvPr id="1027" name="Picture 3" descr="Python Numbers - int, float, and ...">
            <a:extLst>
              <a:ext uri="{FF2B5EF4-FFF2-40B4-BE49-F238E27FC236}">
                <a16:creationId xmlns:a16="http://schemas.microsoft.com/office/drawing/2014/main" id="{92C73FAE-EE11-0503-5CCF-65F8BB232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2748" y="1096105"/>
            <a:ext cx="5334160" cy="466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55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2E5F-55DA-2779-E87A-989427E1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167167"/>
            <a:ext cx="4229100" cy="2255461"/>
          </a:xfrm>
        </p:spPr>
        <p:txBody>
          <a:bodyPr anchor="t">
            <a:normAutofit/>
          </a:bodyPr>
          <a:lstStyle/>
          <a:p>
            <a:r>
              <a:rPr lang="en-US" sz="3200" b="1"/>
              <a:t>Strings as Immutable Sequences</a:t>
            </a:r>
            <a:br>
              <a:rPr lang="en-US" sz="3200"/>
            </a:br>
            <a:endParaRPr lang="en-US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7DEF7-D7A3-DE0D-D45A-BB48FD3B9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6422" y="760883"/>
            <a:ext cx="10459156" cy="26147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F1C39-BCB5-85E5-9CE3-11562901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844" y="3854885"/>
            <a:ext cx="5365955" cy="2384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/>
              <a:t>Text is Carved in Stone</a:t>
            </a:r>
          </a:p>
          <a:p>
            <a:r>
              <a:rPr lang="en-US" sz="1700"/>
              <a:t>A String (str) is just a sequence of characters in memory.</a:t>
            </a:r>
          </a:p>
          <a:p>
            <a:r>
              <a:rPr lang="en-US" sz="1700"/>
              <a:t>Immutability: Once a string is created, you cannot change a single letter inside it.</a:t>
            </a:r>
          </a:p>
          <a:p>
            <a:r>
              <a:rPr lang="en-US" sz="1700"/>
              <a:t>To "change" a string, Python actually destroys the old one and creates a completely new one in RAM.</a:t>
            </a:r>
          </a:p>
        </p:txBody>
      </p:sp>
    </p:spTree>
    <p:extLst>
      <p:ext uri="{BB962C8B-B14F-4D97-AF65-F5344CB8AC3E}">
        <p14:creationId xmlns:p14="http://schemas.microsoft.com/office/powerpoint/2010/main" val="72933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0F77-88D3-D92B-7D70-62112564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9058195" cy="1048901"/>
          </a:xfrm>
        </p:spPr>
        <p:txBody>
          <a:bodyPr anchor="t">
            <a:normAutofit/>
          </a:bodyPr>
          <a:lstStyle/>
          <a:p>
            <a:r>
              <a:rPr lang="en-US" sz="3200"/>
              <a:t>Modern String Formatting</a:t>
            </a:r>
          </a:p>
        </p:txBody>
      </p:sp>
      <p:cxnSp>
        <p:nvCxnSpPr>
          <p:cNvPr id="2056" name="Straight Connector 205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Python String Formatting: Overview and ...">
            <a:extLst>
              <a:ext uri="{FF2B5EF4-FFF2-40B4-BE49-F238E27FC236}">
                <a16:creationId xmlns:a16="http://schemas.microsoft.com/office/drawing/2014/main" id="{5FF220C5-A210-F271-DCD5-C8A094070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156" y="2400904"/>
            <a:ext cx="5222844" cy="177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BFCD-DCA7-9DC7-E5CF-E93A4D86A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918" y="2321168"/>
            <a:ext cx="4567453" cy="3821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The 2026 Standard (F-Strings)</a:t>
            </a:r>
          </a:p>
          <a:p>
            <a:r>
              <a:rPr lang="en-US" sz="2000"/>
              <a:t>Old Way (Pre-2015): %s or .format() (Slow and hard to read).</a:t>
            </a:r>
          </a:p>
          <a:p>
            <a:r>
              <a:rPr lang="en-US" sz="2000"/>
              <a:t>Modern Way: F-Strings f"Hello {name}".</a:t>
            </a:r>
          </a:p>
          <a:p>
            <a:r>
              <a:rPr lang="en-US" sz="2000"/>
              <a:t>Why? F-Strings are compiled directly in C, making them mathematically faster and much cleaner for API development.</a:t>
            </a:r>
          </a:p>
        </p:txBody>
      </p:sp>
    </p:spTree>
    <p:extLst>
      <p:ext uri="{BB962C8B-B14F-4D97-AF65-F5344CB8AC3E}">
        <p14:creationId xmlns:p14="http://schemas.microsoft.com/office/powerpoint/2010/main" val="2381569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247</Words>
  <Application>Microsoft Office PowerPoint</Application>
  <PresentationFormat>Widescreen</PresentationFormat>
  <Paragraphs>19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Phase 1, Module 3: Data Types &amp; Data Integrity</vt:lpstr>
      <vt:lpstr>The Numerics (Integers vs. Floats)</vt:lpstr>
      <vt:lpstr>Strings as Immutable Sequences </vt:lpstr>
      <vt:lpstr>Modern String Formatting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2026-04-20T06:50:24Z</dcterms:created>
  <dcterms:modified xsi:type="dcterms:W3CDTF">2026-04-20T07:11:37Z</dcterms:modified>
</cp:coreProperties>
</file>