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6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8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9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3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8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1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8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2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9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python.org/download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arpooh.com/5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code.visualstudio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mmand_Prompt_on_Windows_10_RTM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-editor-1-0-0.microbit.org/help.html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isbetterthancomplex.com/series/2017/09/04/a-complete-beginners-guide-to-django-part-1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2C6E80EB-23A2-A0F8-DBB8-CADF12BACB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512" b="8219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8CEB27-343C-9D5C-F905-27172A572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200">
                <a:solidFill>
                  <a:srgbClr val="FFFFFF"/>
                </a:solidFill>
              </a:rPr>
              <a:t>Phase 1, Module 1: Core Syntax &amp; Professional Environments</a:t>
            </a:r>
            <a:endParaRPr lang="en-US" sz="4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4C84E-0F38-B6BF-289C-DCF406B44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505200"/>
            <a:ext cx="5597151" cy="2341417"/>
          </a:xfrm>
        </p:spPr>
        <p:txBody>
          <a:bodyPr anchor="b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Khyber AI Systems Engineer (KASE)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Welcome to KASE. Today, we don't just learn to code; we learn to build an environment where our code can survive in the real world.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Presented By: </a:t>
            </a:r>
            <a:r>
              <a:rPr lang="en-US" sz="2400" b="1" dirty="0">
                <a:solidFill>
                  <a:srgbClr val="FFFFFF"/>
                </a:solidFill>
              </a:rPr>
              <a:t>Zaryab Ahmad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61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BDEE5-2A41-7BBC-E7E2-798C455E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Installing 'The Brain' (Python)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052" name="Picture 4" descr="Python Setup - GeeksforGeeks">
            <a:extLst>
              <a:ext uri="{FF2B5EF4-FFF2-40B4-BE49-F238E27FC236}">
                <a16:creationId xmlns:a16="http://schemas.microsoft.com/office/drawing/2014/main" id="{8BDBCC37-A0FD-F4E8-FD3A-CCFD354A0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429691"/>
            <a:ext cx="6147955" cy="391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CF569-47B7-0E49-6043-349BFA4A8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Getting the Python Engine</a:t>
            </a:r>
          </a:p>
          <a:p>
            <a:r>
              <a:rPr lang="en-US" dirty="0"/>
              <a:t>Download Python 3.10+ from </a:t>
            </a:r>
            <a:r>
              <a:rPr lang="en-US" dirty="0">
                <a:hlinkClick r:id="rId3" action="ppaction://hlinkfile"/>
              </a:rPr>
              <a:t>python.org/downloads</a:t>
            </a:r>
            <a:r>
              <a:rPr lang="en-US" dirty="0"/>
              <a:t>.</a:t>
            </a:r>
          </a:p>
          <a:p>
            <a:r>
              <a:rPr lang="en-US" dirty="0"/>
              <a:t>CRITICAL: Check the box that says "Add Python.exe to PATH" during installation.</a:t>
            </a:r>
          </a:p>
          <a:p>
            <a:r>
              <a:rPr lang="en-US" dirty="0"/>
              <a:t>Without "PATH", your computer will not know Python exists.</a:t>
            </a:r>
          </a:p>
        </p:txBody>
      </p:sp>
    </p:spTree>
    <p:extLst>
      <p:ext uri="{BB962C8B-B14F-4D97-AF65-F5344CB8AC3E}">
        <p14:creationId xmlns:p14="http://schemas.microsoft.com/office/powerpoint/2010/main" val="2619638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A7A6E-3489-6FD2-5672-C8537509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Building the Workbench (VS Code)</a:t>
            </a:r>
            <a:br>
              <a:rPr lang="en-US" sz="3100" dirty="0"/>
            </a:br>
            <a:endParaRPr lang="en-US" sz="3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E16A8-118F-2D00-FDD5-F68DE542A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7" y="2087897"/>
            <a:ext cx="4959823" cy="2678304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C79BE-7225-7922-97DA-3AD4A89F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Visual Studio Code</a:t>
            </a:r>
          </a:p>
          <a:p>
            <a:r>
              <a:rPr lang="en-US" dirty="0"/>
              <a:t>We do not use browser-based </a:t>
            </a:r>
            <a:r>
              <a:rPr lang="en-US" dirty="0" err="1"/>
              <a:t>Jupyter</a:t>
            </a:r>
            <a:r>
              <a:rPr lang="en-US" dirty="0"/>
              <a:t> or basic text editors.</a:t>
            </a:r>
          </a:p>
          <a:p>
            <a:r>
              <a:rPr lang="en-US" dirty="0"/>
              <a:t>Download from </a:t>
            </a:r>
            <a:r>
              <a:rPr lang="en-US" dirty="0">
                <a:hlinkClick r:id="rId4" action="ppaction://hlinkfile"/>
              </a:rPr>
              <a:t>code.visualstudio.com</a:t>
            </a:r>
            <a:r>
              <a:rPr lang="en-US" dirty="0"/>
              <a:t>.</a:t>
            </a:r>
          </a:p>
          <a:p>
            <a:r>
              <a:rPr lang="en-US" dirty="0"/>
              <a:t>Install the Python and </a:t>
            </a:r>
            <a:r>
              <a:rPr lang="en-US" dirty="0" err="1"/>
              <a:t>Jupyter</a:t>
            </a:r>
            <a:r>
              <a:rPr lang="en-US" dirty="0"/>
              <a:t> extensions (by Microsoft) inside VS Code.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0431D-614D-28D5-CBBB-B0C74F04D0BB}"/>
              </a:ext>
            </a:extLst>
          </p:cNvPr>
          <p:cNvSpPr txBox="1"/>
          <p:nvPr/>
        </p:nvSpPr>
        <p:spPr>
          <a:xfrm>
            <a:off x="2850048" y="4566146"/>
            <a:ext cx="26276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www.bearpooh.com/5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1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5733EB-ADF4-D25E-CB92-D99E6ACF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Verifying the Environment (CLI Test)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3591F5-6080-7D84-4527-DFDCCE988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7" y="3124503"/>
            <a:ext cx="6281928" cy="32215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C6D2-6BDB-7036-81F6-CACA441C3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Talking to Your Computer</a:t>
            </a:r>
          </a:p>
          <a:p>
            <a:r>
              <a:rPr lang="en-US" dirty="0"/>
              <a:t>Open your Terminal or Command Prompt.</a:t>
            </a:r>
          </a:p>
          <a:p>
            <a:r>
              <a:rPr lang="en-US" dirty="0"/>
              <a:t>Run: python --version (Should output Python 3.1x.x).</a:t>
            </a:r>
          </a:p>
          <a:p>
            <a:r>
              <a:rPr lang="en-US" dirty="0"/>
              <a:t>Run: pip --version (Checks the package installer).</a:t>
            </a:r>
          </a:p>
        </p:txBody>
      </p:sp>
    </p:spTree>
    <p:extLst>
      <p:ext uri="{BB962C8B-B14F-4D97-AF65-F5344CB8AC3E}">
        <p14:creationId xmlns:p14="http://schemas.microsoft.com/office/powerpoint/2010/main" val="32396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5713C-BAB4-14B6-9CB2-41FD3CA1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Python Interpreter</a:t>
            </a:r>
            <a:br>
              <a:rPr lang="en-US" dirty="0"/>
            </a:b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EF50F-782C-0A60-E2D5-3DD432545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7" y="3537613"/>
            <a:ext cx="6281928" cy="280839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A41F-DE54-8D8B-3832-327CECBA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How Python "Thinks“</a:t>
            </a:r>
          </a:p>
          <a:p>
            <a:pPr marL="0" indent="0">
              <a:buNone/>
            </a:pPr>
            <a:endParaRPr lang="en-US" b="1"/>
          </a:p>
          <a:p>
            <a:r>
              <a:rPr lang="en-US" dirty="0"/>
              <a:t>Python is an Interpreted language (reads line-by-line).</a:t>
            </a:r>
          </a:p>
          <a:p>
            <a:r>
              <a:rPr lang="en-US" dirty="0"/>
              <a:t>Slower than C++ for the machine, but 10x faster for the human developer.</a:t>
            </a:r>
          </a:p>
          <a:p>
            <a:r>
              <a:rPr lang="en-US" dirty="0"/>
              <a:t>The engine behind the global AI revolution.</a:t>
            </a:r>
          </a:p>
        </p:txBody>
      </p:sp>
    </p:spTree>
    <p:extLst>
      <p:ext uri="{BB962C8B-B14F-4D97-AF65-F5344CB8AC3E}">
        <p14:creationId xmlns:p14="http://schemas.microsoft.com/office/powerpoint/2010/main" val="77374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36F71-764F-913A-3777-51F79984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The Virtual Environment (VENV)</a:t>
            </a:r>
            <a:br>
              <a:rPr lang="en-US" sz="3100"/>
            </a:br>
            <a:endParaRPr lang="en-US" sz="31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8E462-B9C9-E75F-2A44-9B87D0086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7867" y="2890945"/>
            <a:ext cx="6281928" cy="34550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A7E7-AF8A-7D64-E966-76A1A9A63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The Golden Rule: Never Install Globally</a:t>
            </a:r>
          </a:p>
          <a:p>
            <a:r>
              <a:rPr lang="en-US"/>
              <a:t>What is it? A quarantined room for your project's tools.</a:t>
            </a:r>
          </a:p>
          <a:p>
            <a:r>
              <a:rPr lang="en-US"/>
              <a:t>Why? Prevents version crashes between different projects.</a:t>
            </a:r>
          </a:p>
          <a:p>
            <a:r>
              <a:rPr lang="en-US"/>
              <a:t>The Command: python -m </a:t>
            </a:r>
            <a:r>
              <a:rPr lang="en-US" err="1"/>
              <a:t>venv</a:t>
            </a:r>
            <a:r>
              <a:rPr lang="en-US"/>
              <a:t> </a:t>
            </a:r>
            <a:r>
              <a:rPr lang="en-US" err="1"/>
              <a:t>kase_env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1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398F5-4DDD-8B81-A295-FFC8BDDF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PEP 8 - The Law of Clean Code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Graphic 6" descr="Code">
            <a:extLst>
              <a:ext uri="{FF2B5EF4-FFF2-40B4-BE49-F238E27FC236}">
                <a16:creationId xmlns:a16="http://schemas.microsoft.com/office/drawing/2014/main" id="{7D058D28-B408-4ABF-3560-35EF7CA91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7C6A-68E6-ED83-328C-4E8952318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Writing Code for Humans</a:t>
            </a:r>
          </a:p>
          <a:p>
            <a:r>
              <a:rPr lang="en-US"/>
              <a:t>Code is read 100 times more often than it is written.</a:t>
            </a:r>
          </a:p>
          <a:p>
            <a:r>
              <a:rPr lang="en-US"/>
              <a:t>PEP 8 is the global style guide.</a:t>
            </a:r>
          </a:p>
          <a:p>
            <a:r>
              <a:rPr lang="en-US"/>
              <a:t>Variables: </a:t>
            </a:r>
            <a:r>
              <a:rPr lang="en-US" err="1"/>
              <a:t>snake_case</a:t>
            </a:r>
            <a:r>
              <a:rPr lang="en-US"/>
              <a:t> | Constants: UPPER_CASE.</a:t>
            </a:r>
          </a:p>
          <a:p>
            <a:r>
              <a:rPr lang="en-US"/>
              <a:t>Indentation: Exactly 4 spaces.</a:t>
            </a:r>
          </a:p>
        </p:txBody>
      </p:sp>
    </p:spTree>
    <p:extLst>
      <p:ext uri="{BB962C8B-B14F-4D97-AF65-F5344CB8AC3E}">
        <p14:creationId xmlns:p14="http://schemas.microsoft.com/office/powerpoint/2010/main" val="346198692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339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Phase 1, Module 1: Core Syntax &amp; Professional Environments</vt:lpstr>
      <vt:lpstr>Installing 'The Brain' (Python) </vt:lpstr>
      <vt:lpstr>Building the Workbench (VS Code) </vt:lpstr>
      <vt:lpstr>Verifying the Environment (CLI Test) </vt:lpstr>
      <vt:lpstr>The Python Interpreter </vt:lpstr>
      <vt:lpstr>The Virtual Environment (VENV) </vt:lpstr>
      <vt:lpstr>PEP 8 - The Law of Clean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2026-04-20T05:48:16Z</dcterms:created>
  <dcterms:modified xsi:type="dcterms:W3CDTF">2026-04-20T06:21:47Z</dcterms:modified>
</cp:coreProperties>
</file>