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871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987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46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851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204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823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839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25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068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756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737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450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7A7C490-FB0D-4946-BDB7-1CF2F58DA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00C784-81A7-22A4-909D-DBA1A9EFD0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6117661" cy="3047327"/>
          </a:xfrm>
        </p:spPr>
        <p:txBody>
          <a:bodyPr anchor="t">
            <a:normAutofit/>
          </a:bodyPr>
          <a:lstStyle/>
          <a:p>
            <a:r>
              <a:rPr lang="en-US" sz="6600"/>
              <a:t>Classification Foundations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BD9015-8E22-E600-4276-5EC808517E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70" y="4482450"/>
            <a:ext cx="6141545" cy="1724029"/>
          </a:xfrm>
        </p:spPr>
        <p:txBody>
          <a:bodyPr anchor="t">
            <a:normAutofit/>
          </a:bodyPr>
          <a:lstStyle/>
          <a:p>
            <a:r>
              <a:rPr lang="en-US" dirty="0"/>
              <a:t>Predicting Categories and Making Decisions</a:t>
            </a:r>
          </a:p>
          <a:p>
            <a:r>
              <a:rPr lang="en-US" b="1" dirty="0"/>
              <a:t>Instructor:</a:t>
            </a:r>
            <a:r>
              <a:rPr lang="en-US" dirty="0"/>
              <a:t> Zaryab Ahmad Khan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1264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90FC26-3298-9D9C-EA4A-3417F2620E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2949" y="3277973"/>
            <a:ext cx="4439999" cy="276718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F261CD1D-C921-4DD4-B856-8EA1D71A4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49513" y="6209925"/>
            <a:ext cx="445472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219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6" name="Rectangle 2055">
            <a:extLst>
              <a:ext uri="{FF2B5EF4-FFF2-40B4-BE49-F238E27FC236}">
                <a16:creationId xmlns:a16="http://schemas.microsoft.com/office/drawing/2014/main" id="{0EC38958-9A69-239A-BA79-2AEC73345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62429E-6930-4939-C949-916DEF31F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912" y="978408"/>
            <a:ext cx="5513832" cy="1463040"/>
          </a:xfrm>
        </p:spPr>
        <p:txBody>
          <a:bodyPr>
            <a:normAutofit/>
          </a:bodyPr>
          <a:lstStyle/>
          <a:p>
            <a:r>
              <a:rPr lang="en-US" dirty="0"/>
              <a:t>Logistic Regression (The S-Curve)</a:t>
            </a:r>
          </a:p>
        </p:txBody>
      </p:sp>
      <p:pic>
        <p:nvPicPr>
          <p:cNvPr id="2051" name="Picture 3" descr="Understanding Logistic Regression: A Cornerstone of Classification in Data  Science | by Algorithm Alchemist | GoPenAI">
            <a:extLst>
              <a:ext uri="{FF2B5EF4-FFF2-40B4-BE49-F238E27FC236}">
                <a16:creationId xmlns:a16="http://schemas.microsoft.com/office/drawing/2014/main" id="{8F283F36-760A-188E-D1AF-ABFC9FD8EE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7867" y="1784108"/>
            <a:ext cx="4959823" cy="3285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8" name="Freeform: Shape 2057">
            <a:extLst>
              <a:ext uri="{FF2B5EF4-FFF2-40B4-BE49-F238E27FC236}">
                <a16:creationId xmlns:a16="http://schemas.microsoft.com/office/drawing/2014/main" id="{6EC109E5-0396-8968-4F42-DFEC28036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8484" y="508090"/>
            <a:ext cx="5513832" cy="149279"/>
          </a:xfrm>
          <a:custGeom>
            <a:avLst/>
            <a:gdLst>
              <a:gd name="connsiteX0" fmla="*/ 0 w 6090847"/>
              <a:gd name="connsiteY0" fmla="*/ 0 h 149279"/>
              <a:gd name="connsiteX1" fmla="*/ 6090847 w 6090847"/>
              <a:gd name="connsiteY1" fmla="*/ 0 h 149279"/>
              <a:gd name="connsiteX2" fmla="*/ 6090847 w 6090847"/>
              <a:gd name="connsiteY2" fmla="*/ 149279 h 149279"/>
              <a:gd name="connsiteX3" fmla="*/ 0 w 609084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0847" h="149279">
                <a:moveTo>
                  <a:pt x="0" y="0"/>
                </a:moveTo>
                <a:lnTo>
                  <a:pt x="6090847" y="0"/>
                </a:lnTo>
                <a:lnTo>
                  <a:pt x="609084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36A347E-7E0B-5F24-076A-4F6143744E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53912" y="2578608"/>
            <a:ext cx="5513832" cy="376732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The Concept: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 Despite having "Regression" in its name, this is purely for classification. It predicts probabilities between 0 and 1.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How it works: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 It maps any real number to a value between 0 and 1 using a Sigmoid (S-shaped) curve. If the probability is $&gt; 0.5$, it predicts "Yes" (1). Otherwise, "No" (0).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Real-World Use:</a:t>
            </a: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Google Sans Text"/>
            </a:endParaRP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Is this patient at risk for a specific disease? (Yes/No)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Is this transaction fraudulent? (Yes/No)</a:t>
            </a: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0572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7" name="Rectangle 3086">
            <a:extLst>
              <a:ext uri="{FF2B5EF4-FFF2-40B4-BE49-F238E27FC236}">
                <a16:creationId xmlns:a16="http://schemas.microsoft.com/office/drawing/2014/main" id="{839C2F19-8FC2-4576-A76C-228178053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895394-19CA-04D0-3147-D5C1E24B6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0680" y="978408"/>
            <a:ext cx="6181344" cy="146304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/>
              <a:t>K-Nearest Neighbors (The Democratic Algorithm)</a:t>
            </a:r>
          </a:p>
        </p:txBody>
      </p:sp>
      <p:pic>
        <p:nvPicPr>
          <p:cNvPr id="3077" name="Picture 5" descr="STAT 479: Machine Learning Lecture Notes">
            <a:extLst>
              <a:ext uri="{FF2B5EF4-FFF2-40B4-BE49-F238E27FC236}">
                <a16:creationId xmlns:a16="http://schemas.microsoft.com/office/drawing/2014/main" id="{89CBB6F3-B50A-4DDA-5884-5C3326D7CF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84517" y="508090"/>
            <a:ext cx="3184843" cy="2887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9" name="Rectangle 3088">
            <a:extLst>
              <a:ext uri="{FF2B5EF4-FFF2-40B4-BE49-F238E27FC236}">
                <a16:creationId xmlns:a16="http://schemas.microsoft.com/office/drawing/2014/main" id="{2CA7A481-09B7-459B-9BA1-EA1BEB4F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86400" y="508090"/>
            <a:ext cx="619048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5" name="Picture 3" descr="Quantum K-Nearest Neighbors: Utilizing QRAM and SWAP-Test Techniques for  Enhanced Performance">
            <a:extLst>
              <a:ext uri="{FF2B5EF4-FFF2-40B4-BE49-F238E27FC236}">
                <a16:creationId xmlns:a16="http://schemas.microsoft.com/office/drawing/2014/main" id="{25291C22-2294-0741-B3EF-0FD4C31F3D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12351" y="3788229"/>
            <a:ext cx="4820874" cy="179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CB8EEAC5-9383-6FC8-F65C-3DEA74A7E5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40680" y="2578608"/>
            <a:ext cx="6181344" cy="376732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The Concept: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 "Tell me who your friends are, and I will tell you who you are."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How it works: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 When given a new data point, the algorithm looks at the K number of data points closest to it on the graph. It takes a "vote" among those neighbors to decide the category.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Important: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 Always use an odd number for K (like 3, 5, or 7) to avoid tie votes!</a:t>
            </a: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44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6" name="Rectangle 4105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75B54-A3E4-D9A3-C16B-AF95A566D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/>
              <a:t>Support Vector Machines (The Widest Street)</a:t>
            </a:r>
          </a:p>
        </p:txBody>
      </p:sp>
      <p:sp>
        <p:nvSpPr>
          <p:cNvPr id="4108" name="Rectangle 4107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10" name="Rectangle 4109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101" name="Picture 5" descr="Support Vector Machine Mathematics Intuition - hyperplane, margin (Part -  2) | NerdML">
            <a:extLst>
              <a:ext uri="{FF2B5EF4-FFF2-40B4-BE49-F238E27FC236}">
                <a16:creationId xmlns:a16="http://schemas.microsoft.com/office/drawing/2014/main" id="{3DEB0B79-EE24-DF1F-76EB-8D7B5982DE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7867" y="2812419"/>
            <a:ext cx="6281928" cy="3533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C31FFB8D-EC98-40A2-63C7-1D1739D9DD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07224" y="1088136"/>
            <a:ext cx="4160520" cy="52578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 lnSpcReduction="20000"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Concept: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Drawing a boundary between categories.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How it works: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SVM doesn't just draw a line between two classes; it tries to draw the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widest possible mathematical street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(margin) between them. The data points sitting right on the edge of the street are called the "Support Vectors".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Real-World Use: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Highly effective in complex, high-dimensional spaces like image recognition or text categorization.</a:t>
            </a:r>
          </a:p>
        </p:txBody>
      </p:sp>
    </p:spTree>
    <p:extLst>
      <p:ext uri="{BB962C8B-B14F-4D97-AF65-F5344CB8AC3E}">
        <p14:creationId xmlns:p14="http://schemas.microsoft.com/office/powerpoint/2010/main" val="4111449729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292</Words>
  <Application>Microsoft Office PowerPoint</Application>
  <PresentationFormat>Widescreen</PresentationFormat>
  <Paragraphs>17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Bierstadt</vt:lpstr>
      <vt:lpstr>Google Sans Text</vt:lpstr>
      <vt:lpstr>GestaltVTI</vt:lpstr>
      <vt:lpstr>Classification Foundations</vt:lpstr>
      <vt:lpstr>Logistic Regression (The S-Curve)</vt:lpstr>
      <vt:lpstr>K-Nearest Neighbors (The Democratic Algorithm)</vt:lpstr>
      <vt:lpstr>Support Vector Machines (The Widest Street)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4</cp:revision>
  <dcterms:created xsi:type="dcterms:W3CDTF">2026-05-01T06:40:33Z</dcterms:created>
  <dcterms:modified xsi:type="dcterms:W3CDTF">2026-05-01T07:13:31Z</dcterms:modified>
</cp:coreProperties>
</file>