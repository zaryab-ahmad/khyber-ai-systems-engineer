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84BC-AE05-11DF-5EA4-FA0917CFA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7CC0F-4EE3-EC16-47B8-6BD25E81E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3A852-E666-A070-D355-B2649DEF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5930D-FCC6-B91E-4F3D-3F5CE3036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ADAB7-C666-91EE-7DB2-9EC32467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2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65C7-F207-6307-26C0-5088E24D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0E6D-1A23-BB1B-A8E6-07AC35566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864B4-49BD-6817-C3AB-081869A4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F47CA-BD9B-A13D-6ABD-0960C3C0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8CA1C-27AA-C107-33B0-582478D1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8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E326-7348-BE9B-82A2-2391FFBBA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583E7-CB4F-42BC-4B2B-937403174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494DF-E787-8D9E-CB18-94CF1CC8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869B3-75AF-9A94-D2D4-6236BB399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13818-FC09-E00F-4FB3-42266BE0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ED5-8427-7BF6-A08C-94BFA921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CCAAB-2EC1-CA65-ABA0-22EF35564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53342-DF87-5E97-9A34-284210BF1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07FB0-F4CD-5C1F-9C88-28687EE0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8F200-1193-003B-CFC6-89810780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B016F-9D38-45CB-AD63-7E01D297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2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AADA-A828-0B5B-5C7B-B69F81DC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89E4D-6263-3B35-9DF7-B9A7860F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18429-A17D-CD54-CA2D-66136665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F4AA4-F757-F6E7-7094-99AD4CBAA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F23AAF-226F-A381-8EAC-00C4CEBB8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08C11-F77A-6A3E-BCB2-5A98B82E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440F19-A134-620D-9B92-036C9B9A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03AB6-6507-B39C-5825-34413680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0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8B72-4BD7-8301-D092-05496C4A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F39C9-6F6A-84A8-B11E-CC0539E9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F1D79-7A5A-8C97-B94F-C1E6C618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36C66-AA62-1DF5-27C7-C4A6F74A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76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95A20-68BE-D72C-4197-41AD22FE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36868B-6760-ACA6-232F-049078552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002E1-98E1-FCDE-8935-034729D5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88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EA99C-9792-0607-ABA5-36A73927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05D7D-F008-BB1F-B007-DFEFCF691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6DDD7-5461-E74F-497F-1CF84FFA1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2D749-831A-111C-94AE-E4F6A4FD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7964-D678-32BE-CEDB-D6F3F47D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7B366-485A-FBA6-7C30-B4A91DFF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1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A759-F95B-A0EA-CAFC-1CE396BB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987D7-8090-1162-B399-F9EF5A3D1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F2502-B347-8287-045F-FECC1C4AD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ED2E1-3F1F-BCFC-780D-6F024E9E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2342A-D69C-C795-4498-F1152BEF3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8667E-DF27-CDA5-006A-850E3D7EC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6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7033-45E9-ABE1-0B5C-8F0A2658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5F020-8410-C872-42C3-3059D7A0E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D1C4F-4FF7-5735-9E22-6004CABA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23B06-B030-5FD4-4DEE-7A2A4113C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8E5AA-111C-07B3-4436-C53107BB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2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B56D76-EEC1-8844-4F59-20966980DB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DA92B-4876-3626-9484-627E57D96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4DB73-5D33-BED7-64E0-0F44458B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C1E13-6C41-B8DF-2E9F-BE945E31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29D59-7A84-BEC2-529E-E9DEB218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9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5F4AF1-8FCD-D9C4-D752-42EB320DF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4999D-B799-D375-EAAB-8B176E5A7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51579-3A8D-E5AF-6696-F307BDB91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458DC-4F74-4830-857D-547EB1E0827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2008F-97DF-7305-3C4E-35E5B0FAD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DE2C3-14F8-0320-10DF-CDCEA5E3E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1691C5-6BCF-44D8-8184-FC3D44D9C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3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001CD-C2EF-6C0E-5D2C-FED39E03E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6600"/>
              <a:t>Gradient Boosting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2C71C-7603-B964-54FA-5A9DDB2D8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anchor="t">
            <a:normAutofit/>
          </a:bodyPr>
          <a:lstStyle/>
          <a:p>
            <a:r>
              <a:rPr lang="en-US" sz="1100"/>
              <a:t>Learning from Mistakes to Achieve Perfection </a:t>
            </a:r>
          </a:p>
          <a:p>
            <a:r>
              <a:rPr lang="en-US" sz="1100" b="1"/>
              <a:t>Instructor</a:t>
            </a:r>
            <a:r>
              <a:rPr lang="en-US" sz="1100"/>
              <a:t>: Zaryab Ahmad Khan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451CF4-A753-1C2D-9678-5FD7A8761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698" y="591670"/>
            <a:ext cx="5484008" cy="2742004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67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B32BF-483B-EAE1-AA0C-99A862D3F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100" b="1"/>
              <a:t>The Concept of Boosting</a:t>
            </a:r>
            <a:br>
              <a:rPr lang="en-US" sz="3100"/>
            </a:br>
            <a:endParaRPr lang="en-US" sz="3100"/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D0990C-7D57-1E03-96DD-905FB0CFFA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1480" y="2684095"/>
            <a:ext cx="4443154" cy="34928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Sequential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Unlike Random Forest (where trees are built simultaneously), Boosting builds models one after another.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Each new model specifically tries to fix the mistakes made by the previous model.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It is like a student who takes a quiz, sees which questions they got wrong, and spends 100% of their time studying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those wrong answers for the next quiz. </a:t>
            </a:r>
          </a:p>
        </p:txBody>
      </p:sp>
      <p:pic>
        <p:nvPicPr>
          <p:cNvPr id="2051" name="Picture 3" descr="Boosting - Definition, Machine Learning, Pros and Cons">
            <a:extLst>
              <a:ext uri="{FF2B5EF4-FFF2-40B4-BE49-F238E27FC236}">
                <a16:creationId xmlns:a16="http://schemas.microsoft.com/office/drawing/2014/main" id="{B48BC2B1-2936-4DFF-E972-A374F0C9F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589954"/>
            <a:ext cx="6440424" cy="362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24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CA4C9-90CE-B23D-3998-EB688F072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AdaBoost (Adaptive Boosting)</a:t>
            </a:r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8A428E-8F50-9430-F684-E2DFB40C68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1480" y="2684095"/>
            <a:ext cx="4443154" cy="34928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 classic boosting algorithm, widely used for basic classification tasks.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it Works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It gives more "weight" to the data points that were misclassified by the previous model, forcing the next model to focus on the hardest cases. </a:t>
            </a:r>
          </a:p>
        </p:txBody>
      </p:sp>
      <p:pic>
        <p:nvPicPr>
          <p:cNvPr id="3075" name="Picture 3" descr="An Adaptive Boosting (AdaBoost) model assigns weights to weak and solid...  | Download Scientific Diagram">
            <a:extLst>
              <a:ext uri="{FF2B5EF4-FFF2-40B4-BE49-F238E27FC236}">
                <a16:creationId xmlns:a16="http://schemas.microsoft.com/office/drawing/2014/main" id="{04DA52B5-D36F-4C32-F761-29A79D9A8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630207"/>
            <a:ext cx="6440424" cy="354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28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C824E-CFE9-6B59-4702-3155E947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Gradient Boosting Regressor/Classifier</a:t>
            </a:r>
          </a:p>
        </p:txBody>
      </p:sp>
      <p:sp>
        <p:nvSpPr>
          <p:cNvPr id="4106" name="Rectangle 410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8" name="Rectangle 410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2527BF-BD0E-F2BE-1F80-5CA180C3A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1480" y="2684095"/>
            <a:ext cx="4443154" cy="34928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more advanced version of boosting that uses calculus (gradients) to minimize errors.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Power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It provides highly accurate predictions for standard tabular data (Excel-style data).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Efficiency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It is the "gold standard" for winning many machine learning competitions because of its extreme accuracy</a:t>
            </a:r>
          </a:p>
        </p:txBody>
      </p:sp>
      <p:pic>
        <p:nvPicPr>
          <p:cNvPr id="4099" name="Picture 3" descr="Gradient Boosting in ML - GeeksforGeeks">
            <a:extLst>
              <a:ext uri="{FF2B5EF4-FFF2-40B4-BE49-F238E27FC236}">
                <a16:creationId xmlns:a16="http://schemas.microsoft.com/office/drawing/2014/main" id="{DEB9914E-9C43-29A4-B58A-E9005F587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646307"/>
            <a:ext cx="6440424" cy="351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300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Gradient Boosting Foundations</vt:lpstr>
      <vt:lpstr>The Concept of Boosting </vt:lpstr>
      <vt:lpstr>AdaBoost (Adaptive Boosting)</vt:lpstr>
      <vt:lpstr>Gradient Boosting Regressor/Classifier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2026-05-01T10:13:44Z</dcterms:created>
  <dcterms:modified xsi:type="dcterms:W3CDTF">2026-05-01T10:22:38Z</dcterms:modified>
</cp:coreProperties>
</file>