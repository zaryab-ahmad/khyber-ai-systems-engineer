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6" d="100"/>
          <a:sy n="46" d="100"/>
        </p:scale>
        <p:origin x="54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85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44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921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395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5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938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926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11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5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139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AD7240-4ACD-8E80-D5F4-512142EAB7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0971" y="5909589"/>
            <a:ext cx="5802086" cy="7468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 dirty="0"/>
              <a:t>Handling Real-World Tabular Data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314825-DB1B-7277-8553-63ECA8DD69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7230" y="5850988"/>
            <a:ext cx="4463142" cy="746854"/>
          </a:xfrm>
        </p:spPr>
        <p:txBody>
          <a:bodyPr anchor="ctr">
            <a:normAutofit fontScale="92500"/>
          </a:bodyPr>
          <a:lstStyle/>
          <a:p>
            <a:pPr algn="r">
              <a:lnSpc>
                <a:spcPct val="100000"/>
              </a:lnSpc>
            </a:pPr>
            <a:r>
              <a:rPr lang="en-US" sz="1600" dirty="0"/>
              <a:t>Dealing with Imbalance and Introduction to NLP </a:t>
            </a:r>
          </a:p>
          <a:p>
            <a:pPr algn="r">
              <a:lnSpc>
                <a:spcPct val="100000"/>
              </a:lnSpc>
            </a:pPr>
            <a:r>
              <a:rPr lang="en-US" sz="1600" b="1" dirty="0"/>
              <a:t>Instructor</a:t>
            </a:r>
            <a:r>
              <a:rPr lang="en-US" sz="1600" dirty="0"/>
              <a:t>: Zaryab Ahmad Khan</a:t>
            </a:r>
          </a:p>
        </p:txBody>
      </p:sp>
      <p:pic>
        <p:nvPicPr>
          <p:cNvPr id="1026" name="Picture 2" descr="What is Tabular Data? (Definition &amp; Example)">
            <a:extLst>
              <a:ext uri="{FF2B5EF4-FFF2-40B4-BE49-F238E27FC236}">
                <a16:creationId xmlns:a16="http://schemas.microsoft.com/office/drawing/2014/main" id="{060E3C6D-FF53-9D1B-6384-BA3991F1E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97444" y="406400"/>
            <a:ext cx="7397112" cy="5196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69770" y="5719083"/>
            <a:ext cx="8229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44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5D6F0-7C77-954B-2565-2E12237A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en-US" dirty="0"/>
              <a:t>Imbalanced Datasets (The 99% Problem)</a:t>
            </a:r>
          </a:p>
        </p:txBody>
      </p:sp>
      <p:cxnSp>
        <p:nvCxnSpPr>
          <p:cNvPr id="2058" name="Straight Connector 2057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 descr="Imbalanced Datasets in Machine Learning: How to Handle Them | by Kiran  Hayat Data Scientist | CodeX | Medium">
            <a:extLst>
              <a:ext uri="{FF2B5EF4-FFF2-40B4-BE49-F238E27FC236}">
                <a16:creationId xmlns:a16="http://schemas.microsoft.com/office/drawing/2014/main" id="{25160022-0A9D-000C-D623-214B278E4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098" y="2458495"/>
            <a:ext cx="5549902" cy="370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3982CED-0DC1-135C-857C-0FD146EB63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64960" y="2346960"/>
            <a:ext cx="4819903" cy="377545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Problem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In many real-world scenarios, one category is massive and the other is tiny.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Example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If 99% of bank transactions are "Safe" and only 1% are "Fraud," an AI can get 99% accuracy just by guessing "Safe" every time.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Danger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The model becomes "lazy" and ignores the rare, but important, minority class. </a:t>
            </a:r>
          </a:p>
        </p:txBody>
      </p:sp>
    </p:spTree>
    <p:extLst>
      <p:ext uri="{BB962C8B-B14F-4D97-AF65-F5344CB8AC3E}">
        <p14:creationId xmlns:p14="http://schemas.microsoft.com/office/powerpoint/2010/main" val="519586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865C10-821B-462F-8193-6FB5AA4F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en-US" b="1"/>
              <a:t>Class Weights (The Balancing Act)</a:t>
            </a:r>
            <a:endParaRPr lang="en-US" dirty="0"/>
          </a:p>
        </p:txBody>
      </p:sp>
      <p:cxnSp>
        <p:nvCxnSpPr>
          <p:cNvPr id="3085" name="Straight Connector 3084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8" name="Picture 6" descr="How to Improve Class Imbalance using Class Weights in ML?">
            <a:extLst>
              <a:ext uri="{FF2B5EF4-FFF2-40B4-BE49-F238E27FC236}">
                <a16:creationId xmlns:a16="http://schemas.microsoft.com/office/drawing/2014/main" id="{E540A40E-F2E5-0CAD-CCF7-A9DC62796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098" y="3055109"/>
            <a:ext cx="5549902" cy="3107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8CEF6F7-AA5D-34F0-A102-E7367E5A2C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64960" y="2346960"/>
            <a:ext cx="4819903" cy="377545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Solution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We tell the algorithm that the minority class is more important.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How it works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We assign a higher "weight" to the rare class.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Effect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The model gets "punished" more heavily for missing a minority case, forcing it to pay closer attention to those tiny patterns. </a:t>
            </a:r>
          </a:p>
        </p:txBody>
      </p:sp>
    </p:spTree>
    <p:extLst>
      <p:ext uri="{BB962C8B-B14F-4D97-AF65-F5344CB8AC3E}">
        <p14:creationId xmlns:p14="http://schemas.microsoft.com/office/powerpoint/2010/main" val="898561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F31857-EF3D-85C8-FBB8-B7B1A85C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4023657"/>
            <a:ext cx="3794760" cy="21104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Basic NLP (Turning Words into Numbers)</a:t>
            </a:r>
            <a:endParaRPr lang="en-US" sz="3400" dirty="0"/>
          </a:p>
        </p:txBody>
      </p:sp>
      <p:pic>
        <p:nvPicPr>
          <p:cNvPr id="4098" name="Picture 2" descr="How Do Word and Sentence Embeddings Work in NLP? | by Arpit Chauhan |  Stackademic">
            <a:extLst>
              <a:ext uri="{FF2B5EF4-FFF2-40B4-BE49-F238E27FC236}">
                <a16:creationId xmlns:a16="http://schemas.microsoft.com/office/drawing/2014/main" id="{2E4AD21B-6A94-ACC7-48DC-FCABF758A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389"/>
          <a:stretch>
            <a:fillRect/>
          </a:stretch>
        </p:blipFill>
        <p:spPr bwMode="auto">
          <a:xfrm>
            <a:off x="800100" y="468779"/>
            <a:ext cx="105918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05" name="Straight Connector 4104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76800" y="4114590"/>
            <a:ext cx="9818" cy="20195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B2B7B-6320-50CE-1D42-77A6E85D8B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50933" y="3807725"/>
            <a:ext cx="6135924" cy="25814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Problem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AI models are math engines; they cannot process a paragraph of text directly.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Solution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CountVectorizer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.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Process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It counts how many times each word appears in a sentence and turns that sentence into a row of numbers.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 Case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Turning customer reviews or emails into data that a standard model (like Logistic Regression) can read.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5199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239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Unicode MS</vt:lpstr>
      <vt:lpstr>Calisto MT</vt:lpstr>
      <vt:lpstr>Univers Condensed</vt:lpstr>
      <vt:lpstr>ChronicleVTI</vt:lpstr>
      <vt:lpstr>Handling Real-World Tabular Data </vt:lpstr>
      <vt:lpstr>Imbalanced Datasets (The 99% Problem)</vt:lpstr>
      <vt:lpstr>Class Weights (The Balancing Act)</vt:lpstr>
      <vt:lpstr>Basic NLP (Turning Words into Numbers)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5</cp:revision>
  <dcterms:created xsi:type="dcterms:W3CDTF">2026-05-01T11:06:22Z</dcterms:created>
  <dcterms:modified xsi:type="dcterms:W3CDTF">2026-05-01T11:21:45Z</dcterms:modified>
</cp:coreProperties>
</file>