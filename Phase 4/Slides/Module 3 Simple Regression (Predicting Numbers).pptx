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8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0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22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0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1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23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9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8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2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9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92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FDE54-C72B-2B2E-A38B-BFAA1C58D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74" y="1635260"/>
            <a:ext cx="3348297" cy="2241755"/>
          </a:xfrm>
        </p:spPr>
        <p:txBody>
          <a:bodyPr>
            <a:normAutofit/>
          </a:bodyPr>
          <a:lstStyle/>
          <a:p>
            <a:pPr algn="l"/>
            <a:r>
              <a:rPr lang="en-US" sz="3700"/>
              <a:t>Simple Regression: Predicting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FFAA1-F5B4-96A3-A437-7AD0445CD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074" y="4003563"/>
            <a:ext cx="3348297" cy="1184584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/>
              <a:t>Drawing the Line of Best Fit into the Future</a:t>
            </a:r>
          </a:p>
          <a:p>
            <a:pPr algn="l">
              <a:lnSpc>
                <a:spcPct val="110000"/>
              </a:lnSpc>
            </a:pPr>
            <a:r>
              <a:rPr lang="en-US" sz="1500" b="1"/>
              <a:t>Instructor:</a:t>
            </a:r>
            <a:r>
              <a:rPr lang="en-US" sz="1500"/>
              <a:t> Zaryab Ahmad Khan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F9ADE-1B8B-D86C-B7E4-EC92534E7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099" y="894119"/>
            <a:ext cx="7390808" cy="506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51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Rectangle 2057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9FB0F-FE27-94A7-0B29-3FB629618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 sz="3300"/>
              <a:t>Simple Linear Regression (The Foundation)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50AE55-189D-D28E-52C6-F5DFFD4F5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758" y="2212848"/>
            <a:ext cx="3767185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Predicting an outcome using a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single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variable.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it works: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algorithm draws the mathematical "Line of Best Fit" straight through your data points on a graph.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Real-World Use: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Predicting crop yield based solely on the amount of rainfall.</a:t>
            </a:r>
          </a:p>
        </p:txBody>
      </p:sp>
      <p:pic>
        <p:nvPicPr>
          <p:cNvPr id="2051" name="Picture 3" descr="Linear regression | Machine Learning | Google for Developers">
            <a:extLst>
              <a:ext uri="{FF2B5EF4-FFF2-40B4-BE49-F238E27FC236}">
                <a16:creationId xmlns:a16="http://schemas.microsoft.com/office/drawing/2014/main" id="{4BB436A0-08D1-74EC-4241-2F272B036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55771" y="200170"/>
            <a:ext cx="5867400" cy="2755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What is Linear Regression?- Spiceworks - Spiceworks">
            <a:extLst>
              <a:ext uri="{FF2B5EF4-FFF2-40B4-BE49-F238E27FC236}">
                <a16:creationId xmlns:a16="http://schemas.microsoft.com/office/drawing/2014/main" id="{9A2EAB59-11CD-AEAB-6AF9-0C797F25B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7335" y="2743110"/>
            <a:ext cx="4832435" cy="3950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356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Rectangle 3081">
            <a:extLst>
              <a:ext uri="{FF2B5EF4-FFF2-40B4-BE49-F238E27FC236}">
                <a16:creationId xmlns:a16="http://schemas.microsoft.com/office/drawing/2014/main" id="{A5A14613-C96C-F5FD-0593-24D7C0DA4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77D99-51BC-D2F5-96FF-9544C3559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59" y="603504"/>
            <a:ext cx="5237576" cy="1527048"/>
          </a:xfrm>
        </p:spPr>
        <p:txBody>
          <a:bodyPr anchor="b">
            <a:normAutofit/>
          </a:bodyPr>
          <a:lstStyle/>
          <a:p>
            <a:r>
              <a:rPr lang="en-US" sz="3300"/>
              <a:t>Multiple Linear Regression (Adding Complexity)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24EF9A-6C45-F779-E177-9A107D4FD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758" y="2212848"/>
            <a:ext cx="5237577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Concept: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Predicting an outcome using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multiple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variables at once.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it works: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Instead of a 2D line, the math scales up to multiple dimensions (which humans can't easily visualize, but computers handle perfectly).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Real-World Use: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Predicting a house price in Peshawar using size, location,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number of bedrooms.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3CBF65-A1DD-21EC-3AC7-2DB4F6BB3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858" y="571698"/>
            <a:ext cx="4919650" cy="2742704"/>
          </a:xfrm>
          <a:prstGeom prst="rect">
            <a:avLst/>
          </a:prstGeom>
        </p:spPr>
      </p:pic>
      <p:pic>
        <p:nvPicPr>
          <p:cNvPr id="3077" name="Picture 5" descr="Multiple regression (MMM analysis) explained for marketers">
            <a:extLst>
              <a:ext uri="{FF2B5EF4-FFF2-40B4-BE49-F238E27FC236}">
                <a16:creationId xmlns:a16="http://schemas.microsoft.com/office/drawing/2014/main" id="{E207CDA5-04C3-C1A8-4FA6-5F9FEC1A1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4858" y="3542235"/>
            <a:ext cx="4919652" cy="281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49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4105">
            <a:extLst>
              <a:ext uri="{FF2B5EF4-FFF2-40B4-BE49-F238E27FC236}">
                <a16:creationId xmlns:a16="http://schemas.microsoft.com/office/drawing/2014/main" id="{EC54A0C3-5130-F256-D151-030A909A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A690B-F377-0A3E-47AE-742994F0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791" y="603504"/>
            <a:ext cx="549043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Evaluating the Model (Are We Right?)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0D4EEF-B7D6-7E0D-852C-84D875CA7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1" y="824214"/>
            <a:ext cx="4749246" cy="2493354"/>
          </a:xfrm>
          <a:prstGeom prst="rect">
            <a:avLst/>
          </a:prstGeom>
        </p:spPr>
      </p:pic>
      <p:pic>
        <p:nvPicPr>
          <p:cNvPr id="4101" name="Picture 5" descr="Questions On Multiple Regression In R ...">
            <a:extLst>
              <a:ext uri="{FF2B5EF4-FFF2-40B4-BE49-F238E27FC236}">
                <a16:creationId xmlns:a16="http://schemas.microsoft.com/office/drawing/2014/main" id="{DB139F2D-B980-FEBF-7957-3FED761B4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101" y="3553637"/>
            <a:ext cx="4749247" cy="130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35528E6-8B24-1B93-9D61-6B9D02F112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03234" y="2212848"/>
            <a:ext cx="549043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Problem: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The AI will always give you a prediction, but how do we know exactly how wrong the predictions are in real numbers?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Metric 1: Mean Absolute Error (MAE):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The average amount our prediction was off by. If predicting house prices, an MAE of "5" means we are off by 5 Lakhs on average.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Metric 2: R-Squared (R^2):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 A score from 0 to 1 (or 0% to 100%) showing how well our features explain the target. 0.90 is an excellent "A grade" model!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208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255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Google Sans Text</vt:lpstr>
      <vt:lpstr>Neue Haas Grotesk Text Pro</vt:lpstr>
      <vt:lpstr>VanillaVTI</vt:lpstr>
      <vt:lpstr>Simple Regression: Predicting Numbers</vt:lpstr>
      <vt:lpstr>Simple Linear Regression (The Foundation)</vt:lpstr>
      <vt:lpstr>Multiple Linear Regression (Adding Complexity)</vt:lpstr>
      <vt:lpstr>Evaluating the Model (Are We Right?)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2026-05-01T05:52:03Z</dcterms:created>
  <dcterms:modified xsi:type="dcterms:W3CDTF">2026-05-01T06:11:00Z</dcterms:modified>
</cp:coreProperties>
</file>