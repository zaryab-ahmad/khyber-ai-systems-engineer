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2" d="100"/>
          <a:sy n="62" d="100"/>
        </p:scale>
        <p:origin x="28" y="-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154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784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141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513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659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366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85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109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756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229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87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0929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73FB8D-B67D-2BF6-34D7-FB75FF2D3E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70992" y="719453"/>
            <a:ext cx="3676397" cy="3070737"/>
          </a:xfrm>
        </p:spPr>
        <p:txBody>
          <a:bodyPr anchor="b">
            <a:normAutofit/>
          </a:bodyPr>
          <a:lstStyle/>
          <a:p>
            <a:r>
              <a:rPr lang="en-US" sz="4400"/>
              <a:t>Tree-Based Models (The Visual Logic)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7ED5CE-AD20-7925-6CAE-83995B1F17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70994" y="4514097"/>
            <a:ext cx="3076126" cy="1619999"/>
          </a:xfrm>
        </p:spPr>
        <p:txBody>
          <a:bodyPr anchor="t">
            <a:normAutofit/>
          </a:bodyPr>
          <a:lstStyle/>
          <a:p>
            <a:r>
              <a:rPr lang="en-US" sz="1800"/>
              <a:t>Making Decisions with Flowcharts</a:t>
            </a:r>
          </a:p>
          <a:p>
            <a:r>
              <a:rPr lang="en-US" sz="1800" b="1"/>
              <a:t>Instructor:</a:t>
            </a:r>
            <a:r>
              <a:rPr lang="en-US" sz="1800"/>
              <a:t> Zaryab Ahmad Khan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0223F6-6CD1-6EB2-471D-421FC8164F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0" y="1511489"/>
            <a:ext cx="7548880" cy="3944289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275769" y="4053540"/>
            <a:ext cx="9144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114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30F388-772D-44E9-8B29-2A99A2890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687812" cy="798194"/>
          </a:xfrm>
        </p:spPr>
        <p:txBody>
          <a:bodyPr>
            <a:normAutofit/>
          </a:bodyPr>
          <a:lstStyle/>
          <a:p>
            <a:r>
              <a:rPr lang="en-US" dirty="0"/>
              <a:t>Decision Trees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E2683D68-2F5F-B129-F7CD-0B9EA684F8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099" y="2173609"/>
            <a:ext cx="6074520" cy="303726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B48B50C5-1C63-94F6-D2B0-D57CECB512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200900" y="1849121"/>
            <a:ext cx="4191001" cy="413962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0" rIns="91440" bIns="45720" numCol="1" anchor="b" anchorCtr="0" compatLnSpc="1">
            <a:prstTxWarp prst="textNoShape">
              <a:avLst/>
            </a:prstTxWarp>
            <a:normAutofit lnSpcReduction="10000"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The Concept: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Imagine a game of "20 Questions."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How it works: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The algorithm asks a series of If/Else questions to split the data into categories.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Example: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"Is the patient's age &gt; 30</a:t>
            </a:r>
            <a:r>
              <a:rPr lang="en-US" altLang="en-US" sz="2400" dirty="0">
                <a:latin typeface="Google Sans Text"/>
              </a:rPr>
              <a:t>%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"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Google Sans Text"/>
                <a:sym typeface="Wingdings" panose="05000000000000000000" pitchFamily="2" charset="2"/>
              </a:rPr>
              <a:t>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If Yes, "Is their BMI &gt; 25%"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Google Sans Text"/>
                <a:sym typeface="Wingdings" panose="05000000000000000000" pitchFamily="2" charset="2"/>
              </a:rPr>
              <a:t>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If Yes, "Classify as High Risk.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5791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6" name="Rectangle 2055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DFB9C0-2D73-6E35-AF29-A4C1B2D25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687812" cy="798194"/>
          </a:xfrm>
        </p:spPr>
        <p:txBody>
          <a:bodyPr>
            <a:normAutofit/>
          </a:bodyPr>
          <a:lstStyle/>
          <a:p>
            <a:r>
              <a:rPr lang="en-US" dirty="0"/>
              <a:t>Tree Pruning (Avoiding the Overfit)</a:t>
            </a:r>
          </a:p>
        </p:txBody>
      </p:sp>
      <p:cxnSp>
        <p:nvCxnSpPr>
          <p:cNvPr id="2058" name="Straight Connector 2057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1" name="Picture 3" descr="Overfitting and Pruning in Decision Trees — Improving Model's Accuracy | by  Rishika Ravindran | Nerd For Tech | Medium">
            <a:extLst>
              <a:ext uri="{FF2B5EF4-FFF2-40B4-BE49-F238E27FC236}">
                <a16:creationId xmlns:a16="http://schemas.microsoft.com/office/drawing/2014/main" id="{F9147ABF-E4F6-C3E8-EE4D-3EAF2AD874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9065" y="2484380"/>
            <a:ext cx="6072188" cy="2869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B0382FDA-F29F-55E0-96ED-9BEA90F012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200900" y="1849121"/>
            <a:ext cx="4191001" cy="413962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b" anchorCtr="0" compatLnSpc="1">
            <a:prstTxWarp prst="textNoShape">
              <a:avLst/>
            </a:prstTxWarp>
            <a:normAutofit fontScale="92500"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Problem: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If a tree is allowed to grow too deep, it will create a "branch" for every single outlier in the data, leading 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Overfitting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Solution: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Pruning.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Method: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We set 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max_depth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 (e.g., limit the tree to 3 levels) to keep the logic simple and generalized for the real world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</p:txBody>
      </p:sp>
      <p:cxnSp>
        <p:nvCxnSpPr>
          <p:cNvPr id="2060" name="Straight Connector 2059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6022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2" name="Rectangle 3081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06E2CC-D405-BEC1-1E82-8D8F24255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80776" cy="1180210"/>
          </a:xfrm>
        </p:spPr>
        <p:txBody>
          <a:bodyPr>
            <a:normAutofit/>
          </a:bodyPr>
          <a:lstStyle/>
          <a:p>
            <a:r>
              <a:rPr lang="en-US" dirty="0"/>
              <a:t>Visualizing the Tree</a:t>
            </a:r>
          </a:p>
        </p:txBody>
      </p:sp>
      <p:cxnSp>
        <p:nvCxnSpPr>
          <p:cNvPr id="3084" name="Straight Connector 3083">
            <a:extLst>
              <a:ext uri="{FF2B5EF4-FFF2-40B4-BE49-F238E27FC236}">
                <a16:creationId xmlns:a16="http://schemas.microsoft.com/office/drawing/2014/main" id="{4E495065-8864-87FB-2BCC-254769963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7" name="Picture 5" descr="BSTLearner - Interactive Binary Search Tree Visualization | Prof. E. Kiss,  HS KL">
            <a:extLst>
              <a:ext uri="{FF2B5EF4-FFF2-40B4-BE49-F238E27FC236}">
                <a16:creationId xmlns:a16="http://schemas.microsoft.com/office/drawing/2014/main" id="{6B3904D4-2815-C194-37EB-1A5A2366D1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0098" y="2430745"/>
            <a:ext cx="5549902" cy="3732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757E2221-58E6-70FB-D11E-43BE823FF7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664960" y="2346960"/>
            <a:ext cx="4819903" cy="377545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Transparency: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One of the biggest advantages of Decision Trees is that they aren't "Black Boxes."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Interpretation: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Using tools in Scikit-Learn, we can export the tree as an image, allowing humans to verify and trust the algorithm's logic.</a:t>
            </a:r>
          </a:p>
        </p:txBody>
      </p:sp>
    </p:spTree>
    <p:extLst>
      <p:ext uri="{BB962C8B-B14F-4D97-AF65-F5344CB8AC3E}">
        <p14:creationId xmlns:p14="http://schemas.microsoft.com/office/powerpoint/2010/main" val="418446755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204</Words>
  <Application>Microsoft Office PowerPoint</Application>
  <PresentationFormat>Widescreen</PresentationFormat>
  <Paragraphs>14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Arial Unicode MS</vt:lpstr>
      <vt:lpstr>Calisto MT</vt:lpstr>
      <vt:lpstr>Google Sans Text</vt:lpstr>
      <vt:lpstr>Univers Condensed</vt:lpstr>
      <vt:lpstr>ChronicleVTI</vt:lpstr>
      <vt:lpstr>Tree-Based Models (The Visual Logic) </vt:lpstr>
      <vt:lpstr>Decision Trees</vt:lpstr>
      <vt:lpstr>Tree Pruning (Avoiding the Overfit)</vt:lpstr>
      <vt:lpstr>Visualizing the Tree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zaryab ahmad khan</dc:creator>
  <cp:lastModifiedBy>zaryab ahmad khan</cp:lastModifiedBy>
  <cp:revision>4</cp:revision>
  <dcterms:created xsi:type="dcterms:W3CDTF">2026-05-01T07:38:46Z</dcterms:created>
  <dcterms:modified xsi:type="dcterms:W3CDTF">2026-05-01T07:53:37Z</dcterms:modified>
</cp:coreProperties>
</file>