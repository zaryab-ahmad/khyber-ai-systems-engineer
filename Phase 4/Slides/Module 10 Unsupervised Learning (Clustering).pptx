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8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76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65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02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5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8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5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54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4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35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8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6B39E-6E82-D15E-966D-C5F3F1B3D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r>
              <a:rPr lang="en-US" sz="3700"/>
              <a:t>Unsupervised Learning (Clustering)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1DE34-17B4-7EEA-9243-68EFA1B81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950" y="4532626"/>
            <a:ext cx="3250068" cy="1140304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100"/>
              <a:t>Finding Patterns in the Unknown </a:t>
            </a:r>
          </a:p>
          <a:p>
            <a:pPr>
              <a:lnSpc>
                <a:spcPct val="120000"/>
              </a:lnSpc>
            </a:pPr>
            <a:r>
              <a:rPr lang="en-US" sz="1100" b="1"/>
              <a:t>Instructor</a:t>
            </a:r>
            <a:r>
              <a:rPr lang="en-US" sz="1100"/>
              <a:t>: Zaryab Ahmad Khan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9AE48FD-6CBC-B38F-2A9E-1BF4425BD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723" y="1350677"/>
            <a:ext cx="7086286" cy="423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6D6B4-E3EC-1181-ADDE-A061646EE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en-US" dirty="0"/>
              <a:t>What is Clustering?</a:t>
            </a:r>
          </a:p>
        </p:txBody>
      </p:sp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3" name="Picture 5" descr="What is Clustering in Machine Learning">
            <a:extLst>
              <a:ext uri="{FF2B5EF4-FFF2-40B4-BE49-F238E27FC236}">
                <a16:creationId xmlns:a16="http://schemas.microsoft.com/office/drawing/2014/main" id="{D541812E-FB96-72CA-6262-CAB57200C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3203328"/>
            <a:ext cx="5648193" cy="242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DD1D439-C9FD-3E55-D765-42F93D4D22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71063" y="2537460"/>
            <a:ext cx="4659945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Concept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Giving an algorithm data with no labels and asking it to group similar items together.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Goal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Discovering hidden structures or natural groupings that a human might miss.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Analogy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Sorting a pile of mixed coins into groups based on their size and weight without knowing the value of each coin. </a:t>
            </a:r>
          </a:p>
        </p:txBody>
      </p:sp>
    </p:spTree>
    <p:extLst>
      <p:ext uri="{BB962C8B-B14F-4D97-AF65-F5344CB8AC3E}">
        <p14:creationId xmlns:p14="http://schemas.microsoft.com/office/powerpoint/2010/main" val="229941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1ABB1-B336-BB7C-F28C-2616FDED3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K-Means Clustering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163BD8-489E-102A-4F2C-F39DEC35D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256287"/>
            <a:ext cx="5633646" cy="376045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531CA9B-E580-A83E-9C5C-03816EFAE4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5150" y="2256287"/>
            <a:ext cx="4563618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Definition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An algorithm that splits a dataset into a specific number (K) of distinct groups.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How it Works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user chooses a value for K. 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algorithm places K "centroids" in the data. 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Points are assigned to the nearest centroid, and centroids move until the groups are stable.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Real-World Use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Grouping store customers into tiers (e.g., Bronze, Silver, Gold) based on spending habits.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556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358FA-A2ED-A08F-0667-558F44AF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The Elbow Method</a:t>
            </a:r>
          </a:p>
        </p:txBody>
      </p:sp>
      <p:pic>
        <p:nvPicPr>
          <p:cNvPr id="4099" name="Picture 3" descr="python - What would be the best k for this kmeans clustering? (Elbow point  plot) - Stack Overflow">
            <a:extLst>
              <a:ext uri="{FF2B5EF4-FFF2-40B4-BE49-F238E27FC236}">
                <a16:creationId xmlns:a16="http://schemas.microsoft.com/office/drawing/2014/main" id="{B3CF0FAB-388E-C377-FB51-15750EE5E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689167"/>
            <a:ext cx="5648193" cy="289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79B7036-46BC-90EF-7E71-148C79FDE6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5150" y="2256287"/>
            <a:ext cx="4563618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Problem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How do we know if we should split our data into 2, 3, or 10 groups?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Solution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A visual chart used to figure out exactly how many clusters (K) the data should be split into.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Logic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We look for the "elbow" point on the graph where adding more clusters no longer significantly improves the grouping.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4106" name="Straight Connector 4105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67357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236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Google Sans Text</vt:lpstr>
      <vt:lpstr>Grandview Display</vt:lpstr>
      <vt:lpstr>DashVTI</vt:lpstr>
      <vt:lpstr>Unsupervised Learning (Clustering) </vt:lpstr>
      <vt:lpstr>What is Clustering?</vt:lpstr>
      <vt:lpstr>K-Means Clustering</vt:lpstr>
      <vt:lpstr>The Elbow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2026-05-01T10:24:36Z</dcterms:created>
  <dcterms:modified xsi:type="dcterms:W3CDTF">2026-05-01T10:39:34Z</dcterms:modified>
</cp:coreProperties>
</file>