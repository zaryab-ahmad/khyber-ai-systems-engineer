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4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8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Model Serialization in Python for ML: Pickle, Dill, Joblib">
            <a:extLst>
              <a:ext uri="{FF2B5EF4-FFF2-40B4-BE49-F238E27FC236}">
                <a16:creationId xmlns:a16="http://schemas.microsoft.com/office/drawing/2014/main" id="{86868F07-CA08-D331-87D4-528AC2EEE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4"/>
            <a:ext cx="12192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A70BB7-975F-26A2-CB48-9E9D8292D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Model Serialization (Saving &amp; Loading)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0A488-168B-47D8-3F1C-52E3A6627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Exporting the "Brain" of Your AI</a:t>
            </a:r>
          </a:p>
          <a:p>
            <a:r>
              <a:rPr lang="en-US" sz="2400" b="1">
                <a:solidFill>
                  <a:srgbClr val="FFFFFF"/>
                </a:solidFill>
              </a:rPr>
              <a:t>Instructor</a:t>
            </a:r>
            <a:r>
              <a:rPr lang="en-US" sz="2400">
                <a:solidFill>
                  <a:srgbClr val="FFFFFF"/>
                </a:solidFill>
              </a:rPr>
              <a:t>: Zaryab Ahmad Khan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C7603-B916-9991-A6B8-7EEBCED7E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r>
              <a:rPr lang="en-US" sz="4400"/>
              <a:t>The Concept of Serialization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44C6DA-D84A-08EA-13B5-444DC55DAF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1208" y="4354633"/>
            <a:ext cx="10179449" cy="17065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Problem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Training a model can take minutes, hours, or even days depending on the data size. You don't want to retrain the model every time you want to make one prediction.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Serialization.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Definition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Converting the trained model object into a byte stream (a file) that can be stored on a hard drive and reloaded later.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CDD338-DFF5-62CB-9BED-852B1BDE2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9154" y="965741"/>
            <a:ext cx="7551931" cy="260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4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C6BDD-6084-78A5-756B-9125903B8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r>
              <a:rPr lang="en-US" sz="4800"/>
              <a:t>Using Pickle &amp; Joblib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65DAE-76ED-7884-26F7-63F78C4FB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3167743"/>
            <a:ext cx="3397649" cy="2893423"/>
          </a:xfrm>
        </p:spPr>
        <p:txBody>
          <a:bodyPr anchor="t">
            <a:normAutofit fontScale="92500" lnSpcReduction="20000"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Pickle: </a:t>
            </a:r>
            <a:r>
              <a:rPr lang="en-US" sz="1800" dirty="0"/>
              <a:t>The standard Python library for serializing objects. 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 err="1"/>
              <a:t>Joblib</a:t>
            </a:r>
            <a:r>
              <a:rPr lang="en-US" sz="1800" b="1" dirty="0"/>
              <a:t>: </a:t>
            </a:r>
            <a:r>
              <a:rPr lang="en-US" sz="1800" dirty="0"/>
              <a:t>A library optimized specifically for large NumPy arrays and Scikit-Learn models. It is usually faster and more efficient for ML models than standard Pickle.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Files: </a:t>
            </a:r>
            <a:r>
              <a:rPr lang="en-US" sz="1800" dirty="0"/>
              <a:t>These models are typically saved with the .</a:t>
            </a:r>
            <a:r>
              <a:rPr lang="en-US" sz="1800" dirty="0" err="1"/>
              <a:t>pkl</a:t>
            </a:r>
            <a:r>
              <a:rPr lang="en-US" sz="1800" dirty="0"/>
              <a:t> or .</a:t>
            </a:r>
            <a:r>
              <a:rPr lang="en-US" sz="1800" dirty="0" err="1"/>
              <a:t>joblib</a:t>
            </a:r>
            <a:r>
              <a:rPr lang="en-US" sz="1800" dirty="0"/>
              <a:t> extension.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D2F81-8650-3970-D5C1-76F9AEAA7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085" y="965741"/>
            <a:ext cx="6986069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Freeform: Shape 410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111" name="Rectangle 4110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28751-AC06-5215-FDA1-1543C1CAB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Inference Script</a:t>
            </a:r>
          </a:p>
        </p:txBody>
      </p:sp>
      <p:sp>
        <p:nvSpPr>
          <p:cNvPr id="4112" name="Freeform: Shape 411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099" name="Picture 3" descr="What is Machine Learning Inference? | Hazelcast">
            <a:extLst>
              <a:ext uri="{FF2B5EF4-FFF2-40B4-BE49-F238E27FC236}">
                <a16:creationId xmlns:a16="http://schemas.microsoft.com/office/drawing/2014/main" id="{5E2B5161-CE1C-F4FC-2C95-353A8650A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876697"/>
            <a:ext cx="5639091" cy="291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9AA0721-E874-CDE9-9FD6-9E64661DE7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Inference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The process of using a trained model to make a prediction on new, live data.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The Script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In a production environment, you write a separate, lightweight script that:</a:t>
            </a:r>
          </a:p>
          <a:p>
            <a:pPr lvl="1" indent="-228600" algn="l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Loads the saved model file. </a:t>
            </a:r>
          </a:p>
          <a:p>
            <a:pPr lvl="1" indent="-228600" algn="l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Accepts input from a user (like a website form or a sensor). </a:t>
            </a:r>
          </a:p>
          <a:p>
            <a:pPr lvl="1" indent="-228600" algn="l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Outputs the prediction instantly without any training code involved.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637671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221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Bierstadt</vt:lpstr>
      <vt:lpstr>Google Sans Text</vt:lpstr>
      <vt:lpstr>GestaltVTI</vt:lpstr>
      <vt:lpstr>Model Serialization (Saving &amp; Loading)</vt:lpstr>
      <vt:lpstr>The Concept of Serialization</vt:lpstr>
      <vt:lpstr>Using Pickle &amp; Joblib</vt:lpstr>
      <vt:lpstr>The Inference 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2026-05-01T11:23:46Z</dcterms:created>
  <dcterms:modified xsi:type="dcterms:W3CDTF">2026-05-01T11:34:17Z</dcterms:modified>
</cp:coreProperties>
</file>