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98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44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62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45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1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1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43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20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18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89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F9CFA-29FC-7E45-609C-F172A2D4F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9165" y="1361440"/>
            <a:ext cx="3324281" cy="2694640"/>
          </a:xfrm>
        </p:spPr>
        <p:txBody>
          <a:bodyPr anchor="b">
            <a:normAutofit/>
          </a:bodyPr>
          <a:lstStyle/>
          <a:p>
            <a:r>
              <a:rPr lang="en-US" sz="3100"/>
              <a:t>Dimensionality Reduction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0D9B5-B029-A37E-84DB-45BC04165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9165" y="4271284"/>
            <a:ext cx="3060701" cy="129639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/>
              <a:t>Simplifying Complexity without Losing the Story</a:t>
            </a:r>
          </a:p>
          <a:p>
            <a:pPr>
              <a:lnSpc>
                <a:spcPct val="100000"/>
              </a:lnSpc>
            </a:pPr>
            <a:r>
              <a:rPr lang="en-US" sz="1700" b="1"/>
              <a:t>Instructor</a:t>
            </a:r>
            <a:r>
              <a:rPr lang="en-US" sz="1700"/>
              <a:t>: Zaryab Ahmad Khan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316677-2BF0-BA48-2D3D-A573851C4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61" y="1559270"/>
            <a:ext cx="7478918" cy="37394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91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E880A-749B-1651-C79C-611169E15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The Problem of Too Much Data</a:t>
            </a:r>
          </a:p>
        </p:txBody>
      </p: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 descr="Data Quality Issues that Kill Your Machine Learning Models | Towards Data  Science">
            <a:extLst>
              <a:ext uri="{FF2B5EF4-FFF2-40B4-BE49-F238E27FC236}">
                <a16:creationId xmlns:a16="http://schemas.microsoft.com/office/drawing/2014/main" id="{211E247F-E1A8-1BE9-5F1C-7B4D521CD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100" y="3747175"/>
            <a:ext cx="6072188" cy="2261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D155D0A-C25D-E6FF-3257-1B1CA71235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"Curse of Dimensionality"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Having 100 columns of data isn't always better.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Performance Hit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Too many features can confuse an algorithm, increase training time, and actually make predictions </a:t>
            </a:r>
            <a:r>
              <a:rPr kumimoji="0" lang="en-US" altLang="en-US" sz="19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worse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by adding noise.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Analogy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Trying to recognize a friend by looking at 1,000 microscopic skin cells (too much detail) vs. just looking at their face (the important "components"). </a:t>
            </a:r>
          </a:p>
        </p:txBody>
      </p:sp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11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C0FC7-0C44-833F-3C56-10340AC60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Principal Component Analysis (PCA)</a:t>
            </a:r>
          </a:p>
        </p:txBody>
      </p:sp>
      <p:cxnSp>
        <p:nvCxnSpPr>
          <p:cNvPr id="3082" name="Straight Connector 308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 descr="Principal Component Analysis">
            <a:extLst>
              <a:ext uri="{FF2B5EF4-FFF2-40B4-BE49-F238E27FC236}">
                <a16:creationId xmlns:a16="http://schemas.microsoft.com/office/drawing/2014/main" id="{C194D413-6D8A-AC1A-9BB9-DE9545C56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2756" y="1869439"/>
            <a:ext cx="5446875" cy="413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ED7D18E-E008-315C-C545-95BD3C3485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 mathematical technique that safely compresses high-dimensional data (e.g., 20 columns) into just a few "Principal Components" (e.g., 3 columns).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Goal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Keep the most important mathematical patterns and "variance" intact while throwing away the redundant fluff. </a:t>
            </a:r>
          </a:p>
        </p:txBody>
      </p:sp>
      <p:cxnSp>
        <p:nvCxnSpPr>
          <p:cNvPr id="3084" name="Straight Connector 308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428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A60F72-04BD-E03F-B6B9-3660E4FE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/>
          </a:bodyPr>
          <a:lstStyle/>
          <a:p>
            <a:r>
              <a:rPr lang="en-US" dirty="0"/>
              <a:t>Using PCA for Visualization</a:t>
            </a:r>
          </a:p>
        </p:txBody>
      </p:sp>
      <p:pic>
        <p:nvPicPr>
          <p:cNvPr id="4099" name="Picture 3" descr="Principal Component Analysis (PCA) Explained Visually with Zero Math |  Towards Data Science">
            <a:extLst>
              <a:ext uri="{FF2B5EF4-FFF2-40B4-BE49-F238E27FC236}">
                <a16:creationId xmlns:a16="http://schemas.microsoft.com/office/drawing/2014/main" id="{9609CED2-7F14-8259-CADE-8C8B2E0C9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41" r="2" b="20203"/>
          <a:stretch>
            <a:fillRect/>
          </a:stretch>
        </p:blipFill>
        <p:spPr bwMode="auto">
          <a:xfrm>
            <a:off x="800100" y="717656"/>
            <a:ext cx="105918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06" name="Straight Connector 4105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263F30F7-2944-3E0E-30C3-6172C0910B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50933" y="4088705"/>
            <a:ext cx="6135924" cy="20939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Human Limit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Humans can visualize 2D (a flat chart) or 3D (a cube), but we cannot "see" 50 dimensions.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Solution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Use PCA to shrink complex data down to 2 dimensions so it can be plotted on a standard X/Y scatter chart.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Benefit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This allows us to visually confirm if our data naturally forms clusters or groups.</a:t>
            </a:r>
          </a:p>
        </p:txBody>
      </p:sp>
    </p:spTree>
    <p:extLst>
      <p:ext uri="{BB962C8B-B14F-4D97-AF65-F5344CB8AC3E}">
        <p14:creationId xmlns:p14="http://schemas.microsoft.com/office/powerpoint/2010/main" val="216991841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226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Calisto MT</vt:lpstr>
      <vt:lpstr>Univers Condensed</vt:lpstr>
      <vt:lpstr>ChronicleVTI</vt:lpstr>
      <vt:lpstr>Dimensionality Reduction</vt:lpstr>
      <vt:lpstr>The Problem of Too Much Data</vt:lpstr>
      <vt:lpstr>Principal Component Analysis (PCA)</vt:lpstr>
      <vt:lpstr>Using PCA for 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2026-05-01T10:41:32Z</dcterms:created>
  <dcterms:modified xsi:type="dcterms:W3CDTF">2026-05-01T10:50:42Z</dcterms:modified>
</cp:coreProperties>
</file>