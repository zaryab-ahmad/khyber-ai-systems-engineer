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8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8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3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8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9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8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2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21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4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51F90-2F94-B792-552B-45CA1FF4C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3441068"/>
          </a:xfrm>
        </p:spPr>
        <p:txBody>
          <a:bodyPr>
            <a:normAutofit/>
          </a:bodyPr>
          <a:lstStyle/>
          <a:p>
            <a:r>
              <a:rPr lang="en-US" sz="2900"/>
              <a:t>Improving the Model (Hyperparameter Tuning)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ED837-2355-8C25-9060-A99F92835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9280" y="4754942"/>
            <a:ext cx="3259785" cy="9257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Turning the Dials for Peak Performance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Instructor</a:t>
            </a:r>
            <a:r>
              <a:rPr lang="en-US" sz="1400" dirty="0"/>
              <a:t>: Zaryab Ahmad Khan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Comprehensive Guide to Hyperparameter Tuning in Machine Learning | by  Aditi B | Medium">
            <a:extLst>
              <a:ext uri="{FF2B5EF4-FFF2-40B4-BE49-F238E27FC236}">
                <a16:creationId xmlns:a16="http://schemas.microsoft.com/office/drawing/2014/main" id="{940D2A21-1736-0D15-0786-358E71EEA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935" y="882091"/>
            <a:ext cx="7179970" cy="509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33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EAE17-4E65-2157-37C6-5675B007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What are Hyperparameters?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96F6D4D-6C11-F880-08EF-E4165F858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805985"/>
            <a:ext cx="6072188" cy="320307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A37E3E5-DD45-EB82-F555-04B421D513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Concept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These are the "settings dials" on an algorithm.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Difference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Unlike regular "parameters" (which the AI learns on its own), "hyperparameters" are the rules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you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set before training starts.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Telling a Random Forest exactly how many trees to build (e.g., 50 vs. 500).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92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2D0AA-6EE2-8A03-8006-9218AA2D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Grid Search (</a:t>
            </a:r>
            <a:r>
              <a:rPr lang="en-US" dirty="0" err="1"/>
              <a:t>GridSearchCV</a:t>
            </a:r>
            <a:r>
              <a:rPr lang="en-US" dirty="0"/>
              <a:t>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EF46415-4E4C-E0D0-FD2A-B1B4292E3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6" y="1869439"/>
            <a:ext cx="5429016" cy="41396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DDD8AD4-31F6-3BF1-1705-D35351549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How do you know if 100 trees or 200 trees is better? Testing one by one is slow.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Grid Search.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You give the computer a list of different settings, and it forces the AI to test every single possible combination to find the most accurate setup.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87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3AB3A-A564-FC2A-97E1-59900909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Cross-Validation (CV)</a:t>
            </a:r>
          </a:p>
        </p:txBody>
      </p: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 descr="3.1. Cross-validation: evaluating estimator performance — scikit-learn  1.8.0 documentation">
            <a:extLst>
              <a:ext uri="{FF2B5EF4-FFF2-40B4-BE49-F238E27FC236}">
                <a16:creationId xmlns:a16="http://schemas.microsoft.com/office/drawing/2014/main" id="{7CA92748-A42F-E45D-2FC2-BEB4FA1C1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972969"/>
            <a:ext cx="6072188" cy="303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F76EE70-AC01-8C52-C4FA-E57D20AE5A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Goal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Reliability.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Method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Instead of testing the model just once, we slice the data into 5 different parts (5-fold CV).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Benefit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model is tested 5 different times on different slices of the data. If it performs well on all of them, you know your results are reliable and not just a "lucky" split. </a:t>
            </a:r>
          </a:p>
        </p:txBody>
      </p:sp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0510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224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Improving the Model (Hyperparameter Tuning) </vt:lpstr>
      <vt:lpstr>What are Hyperparameters?</vt:lpstr>
      <vt:lpstr>Grid Search (GridSearchCV)</vt:lpstr>
      <vt:lpstr>Cross-Validation (CV)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2026-05-01T10:54:17Z</dcterms:created>
  <dcterms:modified xsi:type="dcterms:W3CDTF">2026-05-01T11:02:14Z</dcterms:modified>
</cp:coreProperties>
</file>